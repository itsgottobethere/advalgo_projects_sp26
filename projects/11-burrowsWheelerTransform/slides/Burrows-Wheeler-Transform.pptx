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4" r:id="rId1"/>
    <p:sldMasterId id="2147483705" r:id="rId2"/>
  </p:sldMasterIdLst>
  <p:notesMasterIdLst>
    <p:notesMasterId r:id="rId60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</p:sldIdLst>
  <p:sldSz cx="9144000" cy="5143500" type="screen16x9"/>
  <p:notesSz cx="6858000" cy="9144000"/>
  <p:embeddedFontLst>
    <p:embeddedFont>
      <p:font typeface="Barlow" panose="00000500000000000000" pitchFamily="2" charset="0"/>
      <p:regular r:id="rId61"/>
      <p:bold r:id="rId62"/>
      <p:italic r:id="rId63"/>
      <p:boldItalic r:id="rId64"/>
    </p:embeddedFont>
    <p:embeddedFont>
      <p:font typeface="Barlow Light" panose="00000400000000000000" pitchFamily="2" charset="0"/>
      <p:regular r:id="rId65"/>
      <p:bold r:id="rId66"/>
      <p:italic r:id="rId67"/>
      <p:boldItalic r:id="rId68"/>
    </p:embeddedFont>
    <p:embeddedFont>
      <p:font typeface="Barlow Medium" panose="00000600000000000000" pitchFamily="2" charset="0"/>
      <p:regular r:id="rId69"/>
      <p:bold r:id="rId70"/>
      <p:italic r:id="rId71"/>
      <p:boldItalic r:id="rId7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1F7A51-F675-BD00-3A11-E18A94683E0A}" v="30" dt="2026-04-23T09:14:45.996"/>
  </p1510:revLst>
</p1510:revInfo>
</file>

<file path=ppt/tableStyles.xml><?xml version="1.0" encoding="utf-8"?>
<a:tblStyleLst xmlns:a="http://schemas.openxmlformats.org/drawingml/2006/main" def="{A459CCF9-68A0-4872-80AA-E3C8BB3DD3FC}">
  <a:tblStyle styleId="{A459CCF9-68A0-4872-80AA-E3C8BB3DD3F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font" Target="fonts/font3.fntdata"/><Relationship Id="rId68" Type="http://schemas.openxmlformats.org/officeDocument/2006/relationships/font" Target="fonts/font8.fntdata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font" Target="fonts/font6.fntdata"/><Relationship Id="rId74" Type="http://schemas.openxmlformats.org/officeDocument/2006/relationships/viewProps" Target="viewProps.xml"/><Relationship Id="rId5" Type="http://schemas.openxmlformats.org/officeDocument/2006/relationships/slide" Target="slides/slide3.xml"/><Relationship Id="rId61" Type="http://schemas.openxmlformats.org/officeDocument/2006/relationships/font" Target="fonts/font1.fntdata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font" Target="fonts/font4.fntdata"/><Relationship Id="rId69" Type="http://schemas.openxmlformats.org/officeDocument/2006/relationships/font" Target="fonts/font9.fntdata"/><Relationship Id="rId77" Type="http://schemas.microsoft.com/office/2016/11/relationships/changesInfo" Target="changesInfos/changesInfo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font" Target="fonts/font12.fntdata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font" Target="fonts/font7.fntdata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font" Target="fonts/font2.fntdata"/><Relationship Id="rId70" Type="http://schemas.openxmlformats.org/officeDocument/2006/relationships/font" Target="fonts/font10.fntdata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notesMaster" Target="notesMasters/notesMaster1.xml"/><Relationship Id="rId65" Type="http://schemas.openxmlformats.org/officeDocument/2006/relationships/font" Target="fonts/font5.fntdata"/><Relationship Id="rId73" Type="http://schemas.openxmlformats.org/officeDocument/2006/relationships/presProps" Target="presProps.xml"/><Relationship Id="rId78" Type="http://schemas.microsoft.com/office/2015/10/relationships/revisionInfo" Target="revisionInfo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tableStyles" Target="tableStyles.xml"/><Relationship Id="rId7" Type="http://schemas.openxmlformats.org/officeDocument/2006/relationships/slide" Target="slides/slide5.xml"/><Relationship Id="rId71" Type="http://schemas.openxmlformats.org/officeDocument/2006/relationships/font" Target="fonts/font11.fntdata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ndimalla, Rishi Choudhary (ezh6xg)" userId="S::ezh6xg@virginia.edu::00b7a581-3a42-4e83-8a64-1f95ca18711a" providerId="AD" clId="Web-{1A1F7A51-F675-BD00-3A11-E18A94683E0A}"/>
    <pc:docChg chg="modSld">
      <pc:chgData name="Kandimalla, Rishi Choudhary (ezh6xg)" userId="S::ezh6xg@virginia.edu::00b7a581-3a42-4e83-8a64-1f95ca18711a" providerId="AD" clId="Web-{1A1F7A51-F675-BD00-3A11-E18A94683E0A}" dt="2026-04-23T09:14:45.996" v="29"/>
      <pc:docMkLst>
        <pc:docMk/>
      </pc:docMkLst>
      <pc:sldChg chg="modSp">
        <pc:chgData name="Kandimalla, Rishi Choudhary (ezh6xg)" userId="S::ezh6xg@virginia.edu::00b7a581-3a42-4e83-8a64-1f95ca18711a" providerId="AD" clId="Web-{1A1F7A51-F675-BD00-3A11-E18A94683E0A}" dt="2026-04-23T09:12:22.220" v="8" actId="20577"/>
        <pc:sldMkLst>
          <pc:docMk/>
          <pc:sldMk cId="0" sldId="256"/>
        </pc:sldMkLst>
        <pc:spChg chg="mod">
          <ac:chgData name="Kandimalla, Rishi Choudhary (ezh6xg)" userId="S::ezh6xg@virginia.edu::00b7a581-3a42-4e83-8a64-1f95ca18711a" providerId="AD" clId="Web-{1A1F7A51-F675-BD00-3A11-E18A94683E0A}" dt="2026-04-23T09:12:22.220" v="8" actId="20577"/>
          <ac:spMkLst>
            <pc:docMk/>
            <pc:sldMk cId="0" sldId="256"/>
            <ac:spMk id="372" creationId="{00000000-0000-0000-0000-000000000000}"/>
          </ac:spMkLst>
        </pc:spChg>
      </pc:sldChg>
      <pc:sldChg chg="delSp modSp">
        <pc:chgData name="Kandimalla, Rishi Choudhary (ezh6xg)" userId="S::ezh6xg@virginia.edu::00b7a581-3a42-4e83-8a64-1f95ca18711a" providerId="AD" clId="Web-{1A1F7A51-F675-BD00-3A11-E18A94683E0A}" dt="2026-04-23T09:12:56.410" v="14"/>
        <pc:sldMkLst>
          <pc:docMk/>
          <pc:sldMk cId="0" sldId="264"/>
        </pc:sldMkLst>
        <pc:spChg chg="del">
          <ac:chgData name="Kandimalla, Rishi Choudhary (ezh6xg)" userId="S::ezh6xg@virginia.edu::00b7a581-3a42-4e83-8a64-1f95ca18711a" providerId="AD" clId="Web-{1A1F7A51-F675-BD00-3A11-E18A94683E0A}" dt="2026-04-23T09:12:56.410" v="14"/>
          <ac:spMkLst>
            <pc:docMk/>
            <pc:sldMk cId="0" sldId="264"/>
            <ac:spMk id="439" creationId="{00000000-0000-0000-0000-000000000000}"/>
          </ac:spMkLst>
        </pc:spChg>
        <pc:spChg chg="mod">
          <ac:chgData name="Kandimalla, Rishi Choudhary (ezh6xg)" userId="S::ezh6xg@virginia.edu::00b7a581-3a42-4e83-8a64-1f95ca18711a" providerId="AD" clId="Web-{1A1F7A51-F675-BD00-3A11-E18A94683E0A}" dt="2026-04-23T09:12:50.332" v="13" actId="1076"/>
          <ac:spMkLst>
            <pc:docMk/>
            <pc:sldMk cId="0" sldId="264"/>
            <ac:spMk id="441" creationId="{00000000-0000-0000-0000-000000000000}"/>
          </ac:spMkLst>
        </pc:spChg>
        <pc:spChg chg="mod">
          <ac:chgData name="Kandimalla, Rishi Choudhary (ezh6xg)" userId="S::ezh6xg@virginia.edu::00b7a581-3a42-4e83-8a64-1f95ca18711a" providerId="AD" clId="Web-{1A1F7A51-F675-BD00-3A11-E18A94683E0A}" dt="2026-04-23T09:12:43.284" v="12" actId="14100"/>
          <ac:spMkLst>
            <pc:docMk/>
            <pc:sldMk cId="0" sldId="264"/>
            <ac:spMk id="442" creationId="{00000000-0000-0000-0000-000000000000}"/>
          </ac:spMkLst>
        </pc:spChg>
        <pc:cxnChg chg="mod">
          <ac:chgData name="Kandimalla, Rishi Choudhary (ezh6xg)" userId="S::ezh6xg@virginia.edu::00b7a581-3a42-4e83-8a64-1f95ca18711a" providerId="AD" clId="Web-{1A1F7A51-F675-BD00-3A11-E18A94683E0A}" dt="2026-04-23T09:12:50.332" v="13" actId="1076"/>
          <ac:cxnSpMkLst>
            <pc:docMk/>
            <pc:sldMk cId="0" sldId="264"/>
            <ac:cxnSpMk id="443" creationId="{00000000-0000-0000-0000-000000000000}"/>
          </ac:cxnSpMkLst>
        </pc:cxnChg>
      </pc:sldChg>
      <pc:sldChg chg="modSp">
        <pc:chgData name="Kandimalla, Rishi Choudhary (ezh6xg)" userId="S::ezh6xg@virginia.edu::00b7a581-3a42-4e83-8a64-1f95ca18711a" providerId="AD" clId="Web-{1A1F7A51-F675-BD00-3A11-E18A94683E0A}" dt="2026-04-23T09:14:19.698" v="23" actId="1076"/>
        <pc:sldMkLst>
          <pc:docMk/>
          <pc:sldMk cId="0" sldId="280"/>
        </pc:sldMkLst>
        <pc:spChg chg="mod">
          <ac:chgData name="Kandimalla, Rishi Choudhary (ezh6xg)" userId="S::ezh6xg@virginia.edu::00b7a581-3a42-4e83-8a64-1f95ca18711a" providerId="AD" clId="Web-{1A1F7A51-F675-BD00-3A11-E18A94683E0A}" dt="2026-04-23T09:14:19.698" v="23" actId="1076"/>
          <ac:spMkLst>
            <pc:docMk/>
            <pc:sldMk cId="0" sldId="280"/>
            <ac:spMk id="593" creationId="{00000000-0000-0000-0000-000000000000}"/>
          </ac:spMkLst>
        </pc:spChg>
        <pc:spChg chg="mod">
          <ac:chgData name="Kandimalla, Rishi Choudhary (ezh6xg)" userId="S::ezh6xg@virginia.edu::00b7a581-3a42-4e83-8a64-1f95ca18711a" providerId="AD" clId="Web-{1A1F7A51-F675-BD00-3A11-E18A94683E0A}" dt="2026-04-23T09:14:15.932" v="22" actId="1076"/>
          <ac:spMkLst>
            <pc:docMk/>
            <pc:sldMk cId="0" sldId="280"/>
            <ac:spMk id="596" creationId="{00000000-0000-0000-0000-000000000000}"/>
          </ac:spMkLst>
        </pc:spChg>
        <pc:spChg chg="mod">
          <ac:chgData name="Kandimalla, Rishi Choudhary (ezh6xg)" userId="S::ezh6xg@virginia.edu::00b7a581-3a42-4e83-8a64-1f95ca18711a" providerId="AD" clId="Web-{1A1F7A51-F675-BD00-3A11-E18A94683E0A}" dt="2026-04-23T09:14:03.166" v="19" actId="1076"/>
          <ac:spMkLst>
            <pc:docMk/>
            <pc:sldMk cId="0" sldId="280"/>
            <ac:spMk id="598" creationId="{00000000-0000-0000-0000-000000000000}"/>
          </ac:spMkLst>
        </pc:spChg>
        <pc:spChg chg="mod">
          <ac:chgData name="Kandimalla, Rishi Choudhary (ezh6xg)" userId="S::ezh6xg@virginia.edu::00b7a581-3a42-4e83-8a64-1f95ca18711a" providerId="AD" clId="Web-{1A1F7A51-F675-BD00-3A11-E18A94683E0A}" dt="2026-04-23T09:14:00.962" v="18" actId="1076"/>
          <ac:spMkLst>
            <pc:docMk/>
            <pc:sldMk cId="0" sldId="280"/>
            <ac:spMk id="601" creationId="{00000000-0000-0000-0000-000000000000}"/>
          </ac:spMkLst>
        </pc:spChg>
        <pc:spChg chg="mod">
          <ac:chgData name="Kandimalla, Rishi Choudhary (ezh6xg)" userId="S::ezh6xg@virginia.edu::00b7a581-3a42-4e83-8a64-1f95ca18711a" providerId="AD" clId="Web-{1A1F7A51-F675-BD00-3A11-E18A94683E0A}" dt="2026-04-23T09:13:11.427" v="15" actId="14100"/>
          <ac:spMkLst>
            <pc:docMk/>
            <pc:sldMk cId="0" sldId="280"/>
            <ac:spMk id="608" creationId="{00000000-0000-0000-0000-000000000000}"/>
          </ac:spMkLst>
        </pc:spChg>
      </pc:sldChg>
      <pc:sldChg chg="modSp">
        <pc:chgData name="Kandimalla, Rishi Choudhary (ezh6xg)" userId="S::ezh6xg@virginia.edu::00b7a581-3a42-4e83-8a64-1f95ca18711a" providerId="AD" clId="Web-{1A1F7A51-F675-BD00-3A11-E18A94683E0A}" dt="2026-04-23T09:14:45.996" v="29"/>
        <pc:sldMkLst>
          <pc:docMk/>
          <pc:sldMk cId="0" sldId="287"/>
        </pc:sldMkLst>
        <pc:graphicFrameChg chg="mod modGraphic">
          <ac:chgData name="Kandimalla, Rishi Choudhary (ezh6xg)" userId="S::ezh6xg@virginia.edu::00b7a581-3a42-4e83-8a64-1f95ca18711a" providerId="AD" clId="Web-{1A1F7A51-F675-BD00-3A11-E18A94683E0A}" dt="2026-04-23T09:14:45.996" v="29"/>
          <ac:graphicFrameMkLst>
            <pc:docMk/>
            <pc:sldMk cId="0" sldId="287"/>
            <ac:graphicFrameMk id="661" creationId="{00000000-0000-0000-0000-000000000000}"/>
          </ac:graphicFrameMkLst>
        </pc:graphicFrameChg>
      </pc:sldChg>
      <pc:sldChg chg="modSp">
        <pc:chgData name="Kandimalla, Rishi Choudhary (ezh6xg)" userId="S::ezh6xg@virginia.edu::00b7a581-3a42-4e83-8a64-1f95ca18711a" providerId="AD" clId="Web-{1A1F7A51-F675-BD00-3A11-E18A94683E0A}" dt="2026-04-23T09:12:05.422" v="5" actId="20577"/>
        <pc:sldMkLst>
          <pc:docMk/>
          <pc:sldMk cId="0" sldId="299"/>
        </pc:sldMkLst>
        <pc:spChg chg="mod">
          <ac:chgData name="Kandimalla, Rishi Choudhary (ezh6xg)" userId="S::ezh6xg@virginia.edu::00b7a581-3a42-4e83-8a64-1f95ca18711a" providerId="AD" clId="Web-{1A1F7A51-F675-BD00-3A11-E18A94683E0A}" dt="2026-04-23T09:12:05.422" v="5" actId="20577"/>
          <ac:spMkLst>
            <pc:docMk/>
            <pc:sldMk cId="0" sldId="299"/>
            <ac:spMk id="791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d8406c4345_1_15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3d8406c4345_1_15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d8406c4345_1_19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3d8406c4345_1_19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 with basic algorithm since it helps show the motivation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d8ba0d5d6a_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3d8ba0d5d6a_1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d8ba0d5d6a_1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3d8ba0d5d6a_1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d8ba0d5d6a_1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3d8ba0d5d6a_1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d8ba0d5d6a_1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3d8ba0d5d6a_1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d8ba0d5d6a_1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3d8ba0d5d6a_1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d8406c4345_1_18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3d8406c4345_1_18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hit these points on this slide: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We’re using BWT to do this stuff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 preps data for compression by grouping identical characters into runs, whenever repeated patterns appear in the data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It’s reversible, so the original can be reconstructed, so this is just something added to compression algorithms for efficiency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useful for ____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Compression	-	bzip2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Genome sequencing	-	 bowtie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Same chars tend to be grouped together	- run length encoding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reversible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d8ba0d5d6a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3d8ba0d5d6a_3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With ABC since it shows development of runs since only a few possible characters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true with normal input too at larger scales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d8406c4345_1_19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" name="Google Shape;446;g3d8406c4345_1_19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Keep prepending string as column and sorting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Does the opposite of sort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d8ba0d5d6a_3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3d8ba0d5d6a_3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Keep prepending string as column and sorting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Does the opposite of sort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d8ba0d5d6a_3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3d8ba0d5d6a_3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Keep prepending string as column and sorting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Does the opposite of sort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3d8ba0d5d6a_3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g3d8ba0d5d6a_3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Keep prepending string as column and sorting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Does the opposite of sort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3d8ba0d5d6a_3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" name="Google Shape;484;g3d8ba0d5d6a_3_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Keep prepending string as column and sorting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Does the opposite of sort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3d8ba0d5d6a_3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3" name="Google Shape;493;g3d8ba0d5d6a_3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Keep prepending string as column and sorting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Does the opposite of sort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3d8ba0d5d6a_3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g3d8ba0d5d6a_3_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Keep prepending string as column and sorting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Does the opposite of sort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d8ba0d5d6a_3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3d8ba0d5d6a_3_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Keep prepending string as column and sorting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Does the opposite of sort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3d8ba0d5d6a_3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3d8ba0d5d6a_3_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Keep prepending string as column and sorting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Does the opposite of sort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3d8ba0d5d6a_3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9" name="Google Shape;529;g3d8ba0d5d6a_3_1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Keep prepending string as column and sorting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Does the opposite of sort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3d8ba0d5d6a_3_1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8" name="Google Shape;538;g3d8ba0d5d6a_3_1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Keep prepending string as column and sorting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Does the opposite of sort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3d8ba0d5d6a_3_1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7" name="Google Shape;547;g3d8ba0d5d6a_3_1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Keep prepending string as column and sorting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Does the opposite of sort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3d8ba0d5d6a_3_1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3d8ba0d5d6a_3_1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Keep prepending string as column and sorting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Does the opposite of sort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3d8ba0d5d6a_3_1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5" name="Google Shape;565;g3d8ba0d5d6a_3_1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Keep prepending string as column and sorting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Does the opposite of sort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3d8ba0d5d6a_3_1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4" name="Google Shape;574;g3d8ba0d5d6a_3_1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Keep prepending string as column and sorting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Does the opposite of sort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3d8ba0d5d6a_1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3" name="Google Shape;583;g3d8ba0d5d6a_1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 with basic algorithm since it helps show the motivation</a:t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g3d8ba0d5d6a_1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1" name="Google Shape;611;g3d8ba0d5d6a_1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 with basic algorithm since it helps show the motivation</a:t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g3d8ba0d5d6a_5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9" name="Google Shape;619;g3d8ba0d5d6a_5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 with basic algorithm since it helps show the motivation</a:t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g3d8ba0d5d6a_5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7" name="Google Shape;627;g3d8ba0d5d6a_5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 with basic algorithm since it helps show the motivation</a:t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g3d8ba0d5d6a_5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5" name="Google Shape;635;g3d8ba0d5d6a_5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 with basic algorithm since it helps show the motivation</a:t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3d8ba0d5d6a_5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3" name="Google Shape;643;g3d8ba0d5d6a_5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 with basic algorithm since it helps show the motivation</a:t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g3d8ba0d5d6a_5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0" name="Google Shape;650;g3d8ba0d5d6a_5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 with basic algorithm since it helps show the motivation</a:t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3d8ba0d5d6a_5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7" name="Google Shape;657;g3d8ba0d5d6a_5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 with basic algorithm since it helps show the motivation</a:t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g3d8ba0d5d6a_5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8" name="Google Shape;668;g3d8ba0d5d6a_5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 with basic algorithm since it helps show the motivation</a:t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g3d8ba0d5d6a_5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5" name="Google Shape;675;g3d8ba0d5d6a_5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 with basic algorithm since it helps show the motivation</a:t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g3d8ba0d5d6a_5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5" name="Google Shape;685;g3d8ba0d5d6a_5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 with basic algorithm since it helps show the motivation</a:t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g3d8ba0d5d6a_5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2" name="Google Shape;692;g3d8ba0d5d6a_5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 with basic algorithm since it helps show the motivation</a:t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g3d8ba0d5d6a_5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4" name="Google Shape;704;g3d8ba0d5d6a_5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 with basic algorithm since it helps show the motivation</a:t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g3d8ba0d5d6a_5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6" name="Google Shape;716;g3d8ba0d5d6a_5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 with basic algorithm since it helps show the motivation</a:t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g3d8ba0d5d6a_5_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8" name="Google Shape;728;g3d8ba0d5d6a_5_1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 with basic algorithm since it helps show the motivation</a:t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g3d8ba0d5d6a_5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5" name="Google Shape;735;g3d8ba0d5d6a_5_1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 with basic algorithm since it helps show the motivation</a:t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3d8ba0d5d6a_5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3d8ba0d5d6a_5_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 with basic algorithm since it helps show the motivation</a:t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g3d8ba0d5d6a_5_1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1" name="Google Shape;761;g3d8ba0d5d6a_5_1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 with basic algorithm since it helps show the motivation</a:t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g3d8ba0d5d6a_5_1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4" name="Google Shape;774;g3d8ba0d5d6a_5_1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 with basic algorithm since it helps show the motivation</a:t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g3d8ba0d5d6a_5_1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7" name="Google Shape;787;g3d8ba0d5d6a_5_1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 with basic algorithm since it helps show the motivation</a:t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g3d8ba0d5d6a_5_1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4" name="Google Shape;794;g3d8ba0d5d6a_5_1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 with basic algorithm since it helps show the motivation</a:t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g3d8ba0d5d6a_5_2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7" name="Google Shape;807;g3d8ba0d5d6a_5_2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 with basic algorithm since it helps show the motivation</a:t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g3d8ba0d5d6a_5_2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0" name="Google Shape;820;g3d8ba0d5d6a_5_2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 with basic algorithm since it helps show the motivation</a:t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g3d8ba0d5d6a_5_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9" name="Google Shape;829;g3d8ba0d5d6a_5_2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 with basic algorithm since it helps show the motivation</a:t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g3d8ba0d5d6a_5_2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6" name="Google Shape;836;g3d8ba0d5d6a_5_2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 with basic algorithm since it helps show the motivation</a:t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g3d8ba0d5d6a_5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9" name="Google Shape;849;g3d8ba0d5d6a_5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g3d8ba0d5d6a_5_2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7" name="Google Shape;857;g3d8ba0d5d6a_5_2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 with basic algorithm since it helps show the motivation</a:t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g3d8ba0d5d6a_5_2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5" name="Google Shape;865;g3d8ba0d5d6a_5_2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 with basic algorithm since it helps show the motivation</a:t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g3d8ba0d5d6a_5_2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2" name="Google Shape;872;g3d8ba0d5d6a_5_2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 with basic algorithm since it helps show the motivation</a:t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g3d8ba0d5d6a_5_2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9" name="Google Shape;879;g3d8ba0d5d6a_5_2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 with basic algorithm since it helps show the motivation</a:t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g3d8ba0d5d6a_5_2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6" name="Google Shape;886;g3d8ba0d5d6a_5_2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 with basic algorithm since it helps show the motivation</a:t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g3d8ba0d5d6a_5_3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3" name="Google Shape;893;g3d8ba0d5d6a_5_3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 with basic algorithm since it helps show the motivation</a:t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g3d8ba0d5d6a_5_3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0" name="Google Shape;900;g3d8ba0d5d6a_5_3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 with basic algorithm since it helps show the motivation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_4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_HEADER_1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_AND_BODY_1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_AND_TWO_COLUMNS_1_1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8" name="Google Shape;68;p1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_ONLY_1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_1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_1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79" name="Google Shape;7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_1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2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3" name="Google Shape;83;p2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4" name="Google Shape;84;p2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238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>
                <a:solidFill>
                  <a:schemeClr val="lt1"/>
                </a:solidFill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>
                <a:solidFill>
                  <a:schemeClr val="lt1"/>
                </a:solidFill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5" name="Google Shape;85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_1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</a:lstStyle>
          <a:p>
            <a:endParaRPr/>
          </a:p>
        </p:txBody>
      </p:sp>
      <p:sp>
        <p:nvSpPr>
          <p:cNvPr id="88" name="Google Shape;88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_1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 algn="ctr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1150" algn="ctr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21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85750" algn="ctr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794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marL="4114800" lvl="8" indent="-27305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>
            <a:endParaRPr/>
          </a:p>
        </p:txBody>
      </p:sp>
      <p:sp>
        <p:nvSpPr>
          <p:cNvPr id="92" name="Google Shape;92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_2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CUSTOM_7_1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5"/>
          <p:cNvSpPr txBox="1">
            <a:spLocks noGrp="1"/>
          </p:cNvSpPr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8" name="Google Shape;98;p25"/>
          <p:cNvSpPr txBox="1">
            <a:spLocks noGrp="1"/>
          </p:cNvSpPr>
          <p:nvPr>
            <p:ph type="subTitle" idx="1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9" name="Google Shape;99;p25"/>
          <p:cNvSpPr txBox="1">
            <a:spLocks noGrp="1"/>
          </p:cNvSpPr>
          <p:nvPr>
            <p:ph type="subTitle" idx="2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00" name="Google Shape;100;p25"/>
          <p:cNvSpPr txBox="1">
            <a:spLocks noGrp="1"/>
          </p:cNvSpPr>
          <p:nvPr>
            <p:ph type="subTitle" idx="3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01" name="Google Shape;101;p25"/>
          <p:cNvSpPr txBox="1">
            <a:spLocks noGrp="1"/>
          </p:cNvSpPr>
          <p:nvPr>
            <p:ph type="subTitle" idx="4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02" name="Google Shape;102;p25"/>
          <p:cNvSpPr txBox="1">
            <a:spLocks noGrp="1"/>
          </p:cNvSpPr>
          <p:nvPr>
            <p:ph type="subTitle" idx="5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03" name="Google Shape;103;p25"/>
          <p:cNvSpPr txBox="1">
            <a:spLocks noGrp="1"/>
          </p:cNvSpPr>
          <p:nvPr>
            <p:ph type="subTitle" idx="6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">
  <p:cSld name="CUSTOM_8_1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>
            <a:endParaRPr/>
          </a:p>
        </p:txBody>
      </p:sp>
      <p:sp>
        <p:nvSpPr>
          <p:cNvPr id="107" name="Google Shape;107;p26"/>
          <p:cNvSpPr>
            <a:spLocks noGrp="1"/>
          </p:cNvSpPr>
          <p:nvPr>
            <p:ph type="pic" idx="2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big ideas">
  <p:cSld name="CUSTOM_1_1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1" name="Google Shape;111;p27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12" name="Google Shape;112;p27"/>
          <p:cNvSpPr txBox="1">
            <a:spLocks noGrp="1"/>
          </p:cNvSpPr>
          <p:nvPr>
            <p:ph type="body" idx="1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>
            <a:endParaRPr/>
          </a:p>
        </p:txBody>
      </p:sp>
      <p:sp>
        <p:nvSpPr>
          <p:cNvPr id="113" name="Google Shape;113;p27"/>
          <p:cNvSpPr txBox="1">
            <a:spLocks noGrp="1"/>
          </p:cNvSpPr>
          <p:nvPr>
            <p:ph type="body" idx="2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>
            <a:endParaRPr/>
          </a:p>
        </p:txBody>
      </p:sp>
      <p:sp>
        <p:nvSpPr>
          <p:cNvPr id="114" name="Google Shape;114;p27"/>
          <p:cNvSpPr txBox="1">
            <a:spLocks noGrp="1"/>
          </p:cNvSpPr>
          <p:nvPr>
            <p:ph type="subTitle" idx="3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15" name="Google Shape;115;p27"/>
          <p:cNvSpPr txBox="1">
            <a:spLocks noGrp="1"/>
          </p:cNvSpPr>
          <p:nvPr>
            <p:ph type="subTitle" idx="4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">
  <p:cSld name="CUSTOM_2_2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8" name="Google Shape;118;p28"/>
          <p:cNvSpPr txBox="1">
            <a:spLocks noGrp="1"/>
          </p:cNvSpPr>
          <p:nvPr>
            <p:ph type="body" idx="1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>
            <a:endParaRPr/>
          </a:p>
        </p:txBody>
      </p:sp>
      <p:sp>
        <p:nvSpPr>
          <p:cNvPr id="119" name="Google Shape;119;p28"/>
          <p:cNvSpPr txBox="1">
            <a:spLocks noGrp="1"/>
          </p:cNvSpPr>
          <p:nvPr>
            <p:ph type="body" idx="2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>
            <a:endParaRPr/>
          </a:p>
        </p:txBody>
      </p:sp>
      <p:sp>
        <p:nvSpPr>
          <p:cNvPr id="120" name="Google Shape;120;p28"/>
          <p:cNvSpPr txBox="1">
            <a:spLocks noGrp="1"/>
          </p:cNvSpPr>
          <p:nvPr>
            <p:ph type="body" idx="3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>
            <a:endParaRPr/>
          </a:p>
        </p:txBody>
      </p:sp>
      <p:sp>
        <p:nvSpPr>
          <p:cNvPr id="121" name="Google Shape;121;p28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22" name="Google Shape;122;p28"/>
          <p:cNvSpPr txBox="1">
            <a:spLocks noGrp="1"/>
          </p:cNvSpPr>
          <p:nvPr>
            <p:ph type="subTitle" idx="4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23" name="Google Shape;123;p28"/>
          <p:cNvSpPr txBox="1">
            <a:spLocks noGrp="1"/>
          </p:cNvSpPr>
          <p:nvPr>
            <p:ph type="subTitle" idx="5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24" name="Google Shape;124;p28"/>
          <p:cNvSpPr txBox="1">
            <a:spLocks noGrp="1"/>
          </p:cNvSpPr>
          <p:nvPr>
            <p:ph type="subTitle" idx="6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ideas">
  <p:cSld name="CUSTOM_3_1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7" name="Google Shape;127;p29"/>
          <p:cNvSpPr txBox="1">
            <a:spLocks noGrp="1"/>
          </p:cNvSpPr>
          <p:nvPr>
            <p:ph type="body" idx="1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>
            <a:endParaRPr/>
          </a:p>
        </p:txBody>
      </p:sp>
      <p:sp>
        <p:nvSpPr>
          <p:cNvPr id="128" name="Google Shape;128;p29"/>
          <p:cNvSpPr txBox="1">
            <a:spLocks noGrp="1"/>
          </p:cNvSpPr>
          <p:nvPr>
            <p:ph type="body" idx="2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>
            <a:endParaRPr/>
          </a:p>
        </p:txBody>
      </p:sp>
      <p:sp>
        <p:nvSpPr>
          <p:cNvPr id="129" name="Google Shape;129;p29"/>
          <p:cNvSpPr txBox="1">
            <a:spLocks noGrp="1"/>
          </p:cNvSpPr>
          <p:nvPr>
            <p:ph type="body" idx="3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>
            <a:endParaRPr/>
          </a:p>
        </p:txBody>
      </p:sp>
      <p:sp>
        <p:nvSpPr>
          <p:cNvPr id="130" name="Google Shape;130;p29"/>
          <p:cNvSpPr txBox="1">
            <a:spLocks noGrp="1"/>
          </p:cNvSpPr>
          <p:nvPr>
            <p:ph type="body" idx="4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>
            <a:endParaRPr/>
          </a:p>
        </p:txBody>
      </p:sp>
      <p:sp>
        <p:nvSpPr>
          <p:cNvPr id="131" name="Google Shape;131;p29"/>
          <p:cNvSpPr txBox="1">
            <a:spLocks noGrp="1"/>
          </p:cNvSpPr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32" name="Google Shape;132;p29"/>
          <p:cNvSpPr txBox="1">
            <a:spLocks noGrp="1"/>
          </p:cNvSpPr>
          <p:nvPr>
            <p:ph type="subTitle" idx="5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33" name="Google Shape;133;p29"/>
          <p:cNvSpPr txBox="1">
            <a:spLocks noGrp="1"/>
          </p:cNvSpPr>
          <p:nvPr>
            <p:ph type="subTitle" idx="6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34" name="Google Shape;134;p29"/>
          <p:cNvSpPr txBox="1">
            <a:spLocks noGrp="1"/>
          </p:cNvSpPr>
          <p:nvPr>
            <p:ph type="subTitle" idx="7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35" name="Google Shape;135;p29"/>
          <p:cNvSpPr txBox="1">
            <a:spLocks noGrp="1"/>
          </p:cNvSpPr>
          <p:nvPr>
            <p:ph type="subTitle" idx="8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">
  <p:cSld name="TITLE_ONLY_1_1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9" name="Google Shape;139;p30"/>
          <p:cNvSpPr>
            <a:spLocks noGrp="1"/>
          </p:cNvSpPr>
          <p:nvPr>
            <p:ph type="pic" idx="2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storyboards">
  <p:cSld name="CUSTOM_4_1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1"/>
          <p:cNvSpPr txBox="1">
            <a:spLocks noGrp="1"/>
          </p:cNvSpPr>
          <p:nvPr>
            <p:ph type="body" idx="1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42" name="Google Shape;142;p31"/>
          <p:cNvSpPr>
            <a:spLocks noGrp="1"/>
          </p:cNvSpPr>
          <p:nvPr>
            <p:ph type="pic" idx="2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p31"/>
          <p:cNvSpPr>
            <a:spLocks noGrp="1"/>
          </p:cNvSpPr>
          <p:nvPr>
            <p:ph type="pic" idx="3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44" name="Google Shape;144;p31"/>
          <p:cNvSpPr txBox="1">
            <a:spLocks noGrp="1"/>
          </p:cNvSpPr>
          <p:nvPr>
            <p:ph type="body" idx="4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45" name="Google Shape;145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6" name="Google Shape;146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31"/>
          <p:cNvSpPr txBox="1">
            <a:spLocks noGrp="1"/>
          </p:cNvSpPr>
          <p:nvPr>
            <p:ph type="subTitle" idx="5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48" name="Google Shape;148;p31"/>
          <p:cNvSpPr txBox="1">
            <a:spLocks noGrp="1"/>
          </p:cNvSpPr>
          <p:nvPr>
            <p:ph type="subTitle" idx="6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storyboards">
  <p:cSld name="CUSTOM_4_1_1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2"/>
          <p:cNvSpPr txBox="1">
            <a:spLocks noGrp="1"/>
          </p:cNvSpPr>
          <p:nvPr>
            <p:ph type="body" idx="1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51" name="Google Shape;151;p32"/>
          <p:cNvSpPr>
            <a:spLocks noGrp="1"/>
          </p:cNvSpPr>
          <p:nvPr>
            <p:ph type="pic" idx="2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2" name="Google Shape;152;p32"/>
          <p:cNvSpPr>
            <a:spLocks noGrp="1"/>
          </p:cNvSpPr>
          <p:nvPr>
            <p:ph type="pic" idx="3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3" name="Google Shape;153;p32"/>
          <p:cNvSpPr txBox="1">
            <a:spLocks noGrp="1"/>
          </p:cNvSpPr>
          <p:nvPr>
            <p:ph type="body" idx="4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54" name="Google Shape;154;p32"/>
          <p:cNvSpPr>
            <a:spLocks noGrp="1"/>
          </p:cNvSpPr>
          <p:nvPr>
            <p:ph type="pic" idx="5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5" name="Google Shape;155;p32"/>
          <p:cNvSpPr txBox="1">
            <a:spLocks noGrp="1"/>
          </p:cNvSpPr>
          <p:nvPr>
            <p:ph type="body" idx="6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56" name="Google Shape;156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7" name="Google Shape;157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32"/>
          <p:cNvSpPr txBox="1">
            <a:spLocks noGrp="1"/>
          </p:cNvSpPr>
          <p:nvPr>
            <p:ph type="subTitle" idx="7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59" name="Google Shape;159;p32"/>
          <p:cNvSpPr txBox="1">
            <a:spLocks noGrp="1"/>
          </p:cNvSpPr>
          <p:nvPr>
            <p:ph type="subTitle" idx="8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60" name="Google Shape;160;p32"/>
          <p:cNvSpPr txBox="1">
            <a:spLocks noGrp="1"/>
          </p:cNvSpPr>
          <p:nvPr>
            <p:ph type="subTitle" idx="9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only">
  <p:cSld name="CUSTOM_5_1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3"/>
          <p:cNvSpPr>
            <a:spLocks noGrp="1"/>
          </p:cNvSpPr>
          <p:nvPr>
            <p:ph type="pic" idx="2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163" name="Google Shape;163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grid">
  <p:cSld name="CUSTOM_6_1"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6" name="Google Shape;166;p34"/>
          <p:cNvSpPr>
            <a:spLocks noGrp="1"/>
          </p:cNvSpPr>
          <p:nvPr>
            <p:ph type="pic" idx="2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7" name="Google Shape;167;p34"/>
          <p:cNvSpPr>
            <a:spLocks noGrp="1"/>
          </p:cNvSpPr>
          <p:nvPr>
            <p:ph type="pic" idx="3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8" name="Google Shape;168;p34"/>
          <p:cNvSpPr>
            <a:spLocks noGrp="1"/>
          </p:cNvSpPr>
          <p:nvPr>
            <p:ph type="pic" idx="4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9" name="Google Shape;169;p34"/>
          <p:cNvSpPr>
            <a:spLocks noGrp="1"/>
          </p:cNvSpPr>
          <p:nvPr>
            <p:ph type="pic" idx="5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0" name="Google Shape;170;p34"/>
          <p:cNvSpPr>
            <a:spLocks noGrp="1"/>
          </p:cNvSpPr>
          <p:nvPr>
            <p:ph type="pic" idx="6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1" name="Google Shape;171;p34"/>
          <p:cNvSpPr>
            <a:spLocks noGrp="1"/>
          </p:cNvSpPr>
          <p:nvPr>
            <p:ph type="pic" idx="7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2" name="Google Shape;172;p34"/>
          <p:cNvSpPr txBox="1">
            <a:spLocks noGrp="1"/>
          </p:cNvSpPr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34"/>
          <p:cNvSpPr>
            <a:spLocks noGrp="1"/>
          </p:cNvSpPr>
          <p:nvPr>
            <p:ph type="pic" idx="8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4" name="Google Shape;174;p34"/>
          <p:cNvSpPr>
            <a:spLocks noGrp="1"/>
          </p:cNvSpPr>
          <p:nvPr>
            <p:ph type="pic" idx="9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5" name="Google Shape;175;p34"/>
          <p:cNvSpPr>
            <a:spLocks noGrp="1"/>
          </p:cNvSpPr>
          <p:nvPr>
            <p:ph type="pic" idx="13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64">
          <p15:clr>
            <a:srgbClr val="E46962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BLANK_1"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5"/>
          <p:cNvSpPr txBox="1">
            <a:spLocks noGrp="1"/>
          </p:cNvSpPr>
          <p:nvPr>
            <p:ph type="title"/>
          </p:nvPr>
        </p:nvSpPr>
        <p:spPr>
          <a:xfrm>
            <a:off x="697350" y="2932550"/>
            <a:ext cx="7749300" cy="101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>
            <a:endParaRPr/>
          </a:p>
        </p:txBody>
      </p:sp>
      <p:sp>
        <p:nvSpPr>
          <p:cNvPr id="178" name="Google Shape;178;p35"/>
          <p:cNvSpPr txBox="1">
            <a:spLocks noGrp="1"/>
          </p:cNvSpPr>
          <p:nvPr>
            <p:ph type="title" idx="2"/>
          </p:nvPr>
        </p:nvSpPr>
        <p:spPr>
          <a:xfrm>
            <a:off x="3278250" y="1194450"/>
            <a:ext cx="2587500" cy="19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800"/>
              <a:buNone/>
              <a:defRPr sz="12800">
                <a:solidFill>
                  <a:schemeClr val="accent4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179" name="Google Shape;179;p3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37">
          <p15:clr>
            <a:srgbClr val="E46962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secHead">
  <p:cSld name="SECTION_HEADER"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6"/>
          <p:cNvSpPr txBox="1">
            <a:spLocks noGrp="1"/>
          </p:cNvSpPr>
          <p:nvPr>
            <p:ph type="title"/>
          </p:nvPr>
        </p:nvSpPr>
        <p:spPr>
          <a:xfrm>
            <a:off x="632850" y="1124700"/>
            <a:ext cx="7878300" cy="174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Hepta Slab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36"/>
          <p:cNvSpPr txBox="1">
            <a:spLocks noGrp="1"/>
          </p:cNvSpPr>
          <p:nvPr>
            <p:ph type="body" idx="1"/>
          </p:nvPr>
        </p:nvSpPr>
        <p:spPr>
          <a:xfrm>
            <a:off x="4064100" y="4335200"/>
            <a:ext cx="1015800" cy="266100"/>
          </a:xfrm>
          <a:prstGeom prst="rect">
            <a:avLst/>
          </a:prstGeom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183" name="Google Shape;183;p36"/>
          <p:cNvSpPr txBox="1">
            <a:spLocks noGrp="1"/>
          </p:cNvSpPr>
          <p:nvPr>
            <p:ph type="subTitle" idx="2"/>
          </p:nvPr>
        </p:nvSpPr>
        <p:spPr>
          <a:xfrm>
            <a:off x="2857500" y="2902000"/>
            <a:ext cx="3765600" cy="93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184" name="Google Shape;184;p3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/ Content" type="tx">
  <p:cSld name="TITLE_AND_BODY">
    <p:bg>
      <p:bgPr>
        <a:solidFill>
          <a:schemeClr val="accent4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7"/>
          <p:cNvSpPr txBox="1">
            <a:spLocks noGrp="1"/>
          </p:cNvSpPr>
          <p:nvPr>
            <p:ph type="subTitle" idx="1"/>
          </p:nvPr>
        </p:nvSpPr>
        <p:spPr>
          <a:xfrm>
            <a:off x="475075" y="309225"/>
            <a:ext cx="3655200" cy="35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187" name="Google Shape;187;p37"/>
          <p:cNvSpPr txBox="1">
            <a:spLocks noGrp="1"/>
          </p:cNvSpPr>
          <p:nvPr>
            <p:ph type="body" idx="2"/>
          </p:nvPr>
        </p:nvSpPr>
        <p:spPr>
          <a:xfrm>
            <a:off x="711097" y="980554"/>
            <a:ext cx="926100" cy="4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064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marL="914400" lvl="1" indent="-3175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marL="1371600" lvl="2" indent="-31115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marL="1828800" lvl="3" indent="-30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marL="2286000" lvl="4" indent="-29845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marL="2743200" lvl="5" indent="-2921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marL="3200400" lvl="6" indent="-28575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marL="3657600" lvl="7" indent="-279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marL="4114800" lvl="8" indent="-27305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>
            <a:endParaRPr/>
          </a:p>
        </p:txBody>
      </p:sp>
      <p:sp>
        <p:nvSpPr>
          <p:cNvPr id="188" name="Google Shape;188;p37"/>
          <p:cNvSpPr txBox="1">
            <a:spLocks noGrp="1"/>
          </p:cNvSpPr>
          <p:nvPr>
            <p:ph type="subTitle" idx="3"/>
          </p:nvPr>
        </p:nvSpPr>
        <p:spPr>
          <a:xfrm>
            <a:off x="1699221" y="980279"/>
            <a:ext cx="2362200" cy="4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189" name="Google Shape;189;p37"/>
          <p:cNvSpPr txBox="1">
            <a:spLocks noGrp="1"/>
          </p:cNvSpPr>
          <p:nvPr>
            <p:ph type="body" idx="4"/>
          </p:nvPr>
        </p:nvSpPr>
        <p:spPr>
          <a:xfrm>
            <a:off x="2285797" y="1226054"/>
            <a:ext cx="1775700" cy="110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190" name="Google Shape;190;p37"/>
          <p:cNvSpPr txBox="1">
            <a:spLocks noGrp="1"/>
          </p:cNvSpPr>
          <p:nvPr>
            <p:ph type="body" idx="5"/>
          </p:nvPr>
        </p:nvSpPr>
        <p:spPr>
          <a:xfrm>
            <a:off x="711097" y="2222666"/>
            <a:ext cx="926100" cy="4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064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marL="914400" lvl="1" indent="-3175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marL="1371600" lvl="2" indent="-31115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marL="1828800" lvl="3" indent="-30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marL="2286000" lvl="4" indent="-29845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marL="2743200" lvl="5" indent="-2921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marL="3200400" lvl="6" indent="-28575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marL="3657600" lvl="7" indent="-279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marL="4114800" lvl="8" indent="-27305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>
            <a:endParaRPr/>
          </a:p>
        </p:txBody>
      </p:sp>
      <p:sp>
        <p:nvSpPr>
          <p:cNvPr id="191" name="Google Shape;191;p37"/>
          <p:cNvSpPr txBox="1">
            <a:spLocks noGrp="1"/>
          </p:cNvSpPr>
          <p:nvPr>
            <p:ph type="subTitle" idx="6"/>
          </p:nvPr>
        </p:nvSpPr>
        <p:spPr>
          <a:xfrm>
            <a:off x="1699221" y="2222391"/>
            <a:ext cx="2362200" cy="4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192" name="Google Shape;192;p37"/>
          <p:cNvSpPr txBox="1">
            <a:spLocks noGrp="1"/>
          </p:cNvSpPr>
          <p:nvPr>
            <p:ph type="body" idx="7"/>
          </p:nvPr>
        </p:nvSpPr>
        <p:spPr>
          <a:xfrm>
            <a:off x="2285797" y="2468166"/>
            <a:ext cx="1775700" cy="84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193" name="Google Shape;193;p37"/>
          <p:cNvSpPr txBox="1">
            <a:spLocks noGrp="1"/>
          </p:cNvSpPr>
          <p:nvPr>
            <p:ph type="body" idx="8"/>
          </p:nvPr>
        </p:nvSpPr>
        <p:spPr>
          <a:xfrm>
            <a:off x="711097" y="3219093"/>
            <a:ext cx="926100" cy="4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064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marL="914400" lvl="1" indent="-3175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marL="1371600" lvl="2" indent="-31115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marL="1828800" lvl="3" indent="-30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marL="2286000" lvl="4" indent="-29845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marL="2743200" lvl="5" indent="-2921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marL="3200400" lvl="6" indent="-28575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marL="3657600" lvl="7" indent="-279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marL="4114800" lvl="8" indent="-27305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>
            <a:endParaRPr/>
          </a:p>
        </p:txBody>
      </p:sp>
      <p:sp>
        <p:nvSpPr>
          <p:cNvPr id="194" name="Google Shape;194;p37"/>
          <p:cNvSpPr txBox="1">
            <a:spLocks noGrp="1"/>
          </p:cNvSpPr>
          <p:nvPr>
            <p:ph type="subTitle" idx="9"/>
          </p:nvPr>
        </p:nvSpPr>
        <p:spPr>
          <a:xfrm>
            <a:off x="1699221" y="3218818"/>
            <a:ext cx="2362200" cy="4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195" name="Google Shape;195;p37"/>
          <p:cNvSpPr txBox="1">
            <a:spLocks noGrp="1"/>
          </p:cNvSpPr>
          <p:nvPr>
            <p:ph type="body" idx="13"/>
          </p:nvPr>
        </p:nvSpPr>
        <p:spPr>
          <a:xfrm>
            <a:off x="2285797" y="3464593"/>
            <a:ext cx="1775700" cy="84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196" name="Google Shape;196;p37"/>
          <p:cNvSpPr txBox="1">
            <a:spLocks noGrp="1"/>
          </p:cNvSpPr>
          <p:nvPr>
            <p:ph type="body" idx="14"/>
          </p:nvPr>
        </p:nvSpPr>
        <p:spPr>
          <a:xfrm>
            <a:off x="4746581" y="980554"/>
            <a:ext cx="926100" cy="4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064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marL="914400" lvl="1" indent="-3175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marL="1371600" lvl="2" indent="-31115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marL="1828800" lvl="3" indent="-30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marL="2286000" lvl="4" indent="-29845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marL="2743200" lvl="5" indent="-2921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marL="3200400" lvl="6" indent="-28575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marL="3657600" lvl="7" indent="-279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marL="4114800" lvl="8" indent="-27305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>
            <a:endParaRPr/>
          </a:p>
        </p:txBody>
      </p:sp>
      <p:sp>
        <p:nvSpPr>
          <p:cNvPr id="197" name="Google Shape;197;p37"/>
          <p:cNvSpPr txBox="1">
            <a:spLocks noGrp="1"/>
          </p:cNvSpPr>
          <p:nvPr>
            <p:ph type="subTitle" idx="15"/>
          </p:nvPr>
        </p:nvSpPr>
        <p:spPr>
          <a:xfrm>
            <a:off x="5734705" y="980279"/>
            <a:ext cx="2362200" cy="4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198" name="Google Shape;198;p37"/>
          <p:cNvSpPr txBox="1">
            <a:spLocks noGrp="1"/>
          </p:cNvSpPr>
          <p:nvPr>
            <p:ph type="body" idx="16"/>
          </p:nvPr>
        </p:nvSpPr>
        <p:spPr>
          <a:xfrm>
            <a:off x="6321281" y="1226054"/>
            <a:ext cx="1775700" cy="110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199" name="Google Shape;199;p37"/>
          <p:cNvSpPr txBox="1">
            <a:spLocks noGrp="1"/>
          </p:cNvSpPr>
          <p:nvPr>
            <p:ph type="body" idx="17"/>
          </p:nvPr>
        </p:nvSpPr>
        <p:spPr>
          <a:xfrm>
            <a:off x="4746581" y="2222666"/>
            <a:ext cx="926100" cy="4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064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marL="914400" lvl="1" indent="-3175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marL="1371600" lvl="2" indent="-31115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marL="1828800" lvl="3" indent="-30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marL="2286000" lvl="4" indent="-29845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marL="2743200" lvl="5" indent="-2921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marL="3200400" lvl="6" indent="-28575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marL="3657600" lvl="7" indent="-279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marL="4114800" lvl="8" indent="-27305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>
            <a:endParaRPr/>
          </a:p>
        </p:txBody>
      </p:sp>
      <p:sp>
        <p:nvSpPr>
          <p:cNvPr id="200" name="Google Shape;200;p37"/>
          <p:cNvSpPr txBox="1">
            <a:spLocks noGrp="1"/>
          </p:cNvSpPr>
          <p:nvPr>
            <p:ph type="subTitle" idx="18"/>
          </p:nvPr>
        </p:nvSpPr>
        <p:spPr>
          <a:xfrm>
            <a:off x="5734705" y="2222391"/>
            <a:ext cx="2362200" cy="4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201" name="Google Shape;201;p37"/>
          <p:cNvSpPr txBox="1">
            <a:spLocks noGrp="1"/>
          </p:cNvSpPr>
          <p:nvPr>
            <p:ph type="body" idx="19"/>
          </p:nvPr>
        </p:nvSpPr>
        <p:spPr>
          <a:xfrm>
            <a:off x="6321281" y="2468166"/>
            <a:ext cx="1775700" cy="84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202" name="Google Shape;202;p37"/>
          <p:cNvSpPr txBox="1">
            <a:spLocks noGrp="1"/>
          </p:cNvSpPr>
          <p:nvPr>
            <p:ph type="body" idx="20"/>
          </p:nvPr>
        </p:nvSpPr>
        <p:spPr>
          <a:xfrm>
            <a:off x="4746581" y="3219093"/>
            <a:ext cx="926100" cy="4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064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marL="914400" lvl="1" indent="-3175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marL="1371600" lvl="2" indent="-31115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marL="1828800" lvl="3" indent="-30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marL="2286000" lvl="4" indent="-29845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marL="2743200" lvl="5" indent="-2921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marL="3200400" lvl="6" indent="-28575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marL="3657600" lvl="7" indent="-279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marL="4114800" lvl="8" indent="-27305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>
            <a:endParaRPr/>
          </a:p>
        </p:txBody>
      </p:sp>
      <p:sp>
        <p:nvSpPr>
          <p:cNvPr id="203" name="Google Shape;203;p37"/>
          <p:cNvSpPr txBox="1">
            <a:spLocks noGrp="1"/>
          </p:cNvSpPr>
          <p:nvPr>
            <p:ph type="subTitle" idx="21"/>
          </p:nvPr>
        </p:nvSpPr>
        <p:spPr>
          <a:xfrm>
            <a:off x="5734705" y="3218818"/>
            <a:ext cx="2362200" cy="4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204" name="Google Shape;204;p37"/>
          <p:cNvSpPr txBox="1">
            <a:spLocks noGrp="1"/>
          </p:cNvSpPr>
          <p:nvPr>
            <p:ph type="body" idx="22"/>
          </p:nvPr>
        </p:nvSpPr>
        <p:spPr>
          <a:xfrm>
            <a:off x="6321281" y="3464593"/>
            <a:ext cx="1775700" cy="84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205" name="Google Shape;205;p37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60">
          <p15:clr>
            <a:srgbClr val="E46962"/>
          </p15:clr>
        </p15:guide>
        <p15:guide id="2" orient="horz" pos="360">
          <p15:clr>
            <a:srgbClr val="E46962"/>
          </p15:clr>
        </p15:guide>
        <p15:guide id="3" orient="horz" pos="1048">
          <p15:clr>
            <a:srgbClr val="E46962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+ Image" type="twoColTx">
  <p:cSld name="TITLE_AND_TWO_COLUMNS">
    <p:bg>
      <p:bgPr>
        <a:solidFill>
          <a:schemeClr val="dk1"/>
        </a:solidFill>
        <a:effectLst/>
      </p:bgPr>
    </p:bg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8"/>
          <p:cNvSpPr/>
          <p:nvPr/>
        </p:nvSpPr>
        <p:spPr>
          <a:xfrm>
            <a:off x="0" y="0"/>
            <a:ext cx="9144000" cy="1631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38"/>
          <p:cNvSpPr txBox="1"/>
          <p:nvPr/>
        </p:nvSpPr>
        <p:spPr>
          <a:xfrm>
            <a:off x="6262625" y="1205946"/>
            <a:ext cx="21555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i="1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rPr>
              <a:t>Lorem ipsum dolor sit amet, consectetur adipiscing elit.</a:t>
            </a:r>
            <a:endParaRPr sz="700" i="1">
              <a:solidFill>
                <a:schemeClr val="lt1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209" name="Google Shape;209;p38"/>
          <p:cNvSpPr>
            <a:spLocks noGrp="1"/>
          </p:cNvSpPr>
          <p:nvPr>
            <p:ph type="pic" idx="2"/>
          </p:nvPr>
        </p:nvSpPr>
        <p:spPr>
          <a:xfrm>
            <a:off x="3915225" y="1631250"/>
            <a:ext cx="4441200" cy="30099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210" name="Google Shape;210;p38"/>
          <p:cNvSpPr txBox="1">
            <a:spLocks noGrp="1"/>
          </p:cNvSpPr>
          <p:nvPr>
            <p:ph type="body" idx="1"/>
          </p:nvPr>
        </p:nvSpPr>
        <p:spPr>
          <a:xfrm>
            <a:off x="791150" y="1835400"/>
            <a:ext cx="2094000" cy="84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211" name="Google Shape;211;p38"/>
          <p:cNvSpPr txBox="1">
            <a:spLocks noGrp="1"/>
          </p:cNvSpPr>
          <p:nvPr>
            <p:ph type="subTitle" idx="3"/>
          </p:nvPr>
        </p:nvSpPr>
        <p:spPr>
          <a:xfrm>
            <a:off x="791150" y="522625"/>
            <a:ext cx="3918300" cy="1006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Hepta Slab Medium"/>
              <a:buNone/>
              <a:defRPr sz="3600"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>
            <a:endParaRPr/>
          </a:p>
        </p:txBody>
      </p:sp>
      <p:sp>
        <p:nvSpPr>
          <p:cNvPr id="212" name="Google Shape;212;p38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 text">
  <p:cSld name="TITLE_AND_TWO_COLUMNS_1">
    <p:bg>
      <p:bgPr>
        <a:solidFill>
          <a:schemeClr val="dk1"/>
        </a:solidFill>
        <a:effectLst/>
      </p:bgPr>
    </p:bg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9"/>
          <p:cNvSpPr/>
          <p:nvPr/>
        </p:nvSpPr>
        <p:spPr>
          <a:xfrm>
            <a:off x="0" y="0"/>
            <a:ext cx="9144000" cy="1631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39"/>
          <p:cNvSpPr txBox="1">
            <a:spLocks noGrp="1"/>
          </p:cNvSpPr>
          <p:nvPr>
            <p:ph type="subTitle" idx="1"/>
          </p:nvPr>
        </p:nvSpPr>
        <p:spPr>
          <a:xfrm>
            <a:off x="791150" y="522625"/>
            <a:ext cx="5173200" cy="976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Hepta Slab Medium"/>
              <a:buNone/>
              <a:defRPr sz="3600"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>
            <a:endParaRPr/>
          </a:p>
        </p:txBody>
      </p:sp>
      <p:sp>
        <p:nvSpPr>
          <p:cNvPr id="216" name="Google Shape;216;p39"/>
          <p:cNvSpPr txBox="1">
            <a:spLocks noGrp="1"/>
          </p:cNvSpPr>
          <p:nvPr>
            <p:ph type="body" idx="2"/>
          </p:nvPr>
        </p:nvSpPr>
        <p:spPr>
          <a:xfrm>
            <a:off x="685450" y="2180950"/>
            <a:ext cx="3579600" cy="23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7" name="Google Shape;217;p39"/>
          <p:cNvSpPr txBox="1">
            <a:spLocks noGrp="1"/>
          </p:cNvSpPr>
          <p:nvPr>
            <p:ph type="body" idx="3"/>
          </p:nvPr>
        </p:nvSpPr>
        <p:spPr>
          <a:xfrm>
            <a:off x="4601077" y="2180950"/>
            <a:ext cx="3579600" cy="23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8" name="Google Shape;218;p39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am / Company Overview" type="titleOnly">
  <p:cSld name="TITLE_ONLY">
    <p:bg>
      <p:bgPr>
        <a:solidFill>
          <a:schemeClr val="accent4"/>
        </a:solidFill>
        <a:effectLst/>
      </p:bgPr>
    </p:bg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40"/>
          <p:cNvSpPr>
            <a:spLocks noGrp="1"/>
          </p:cNvSpPr>
          <p:nvPr>
            <p:ph type="pic" idx="2"/>
          </p:nvPr>
        </p:nvSpPr>
        <p:spPr>
          <a:xfrm>
            <a:off x="791150" y="522900"/>
            <a:ext cx="1294800" cy="1918500"/>
          </a:xfrm>
          <a:prstGeom prst="rect">
            <a:avLst/>
          </a:prstGeom>
          <a:noFill/>
          <a:ln>
            <a:noFill/>
          </a:ln>
        </p:spPr>
      </p:sp>
      <p:sp>
        <p:nvSpPr>
          <p:cNvPr id="221" name="Google Shape;221;p40"/>
          <p:cNvSpPr>
            <a:spLocks noGrp="1"/>
          </p:cNvSpPr>
          <p:nvPr>
            <p:ph type="pic" idx="3"/>
          </p:nvPr>
        </p:nvSpPr>
        <p:spPr>
          <a:xfrm>
            <a:off x="2355375" y="522900"/>
            <a:ext cx="1294800" cy="1918500"/>
          </a:xfrm>
          <a:prstGeom prst="rect">
            <a:avLst/>
          </a:prstGeom>
          <a:noFill/>
          <a:ln>
            <a:noFill/>
          </a:ln>
        </p:spPr>
      </p:sp>
      <p:sp>
        <p:nvSpPr>
          <p:cNvPr id="222" name="Google Shape;222;p40"/>
          <p:cNvSpPr>
            <a:spLocks noGrp="1"/>
          </p:cNvSpPr>
          <p:nvPr>
            <p:ph type="pic" idx="4"/>
          </p:nvPr>
        </p:nvSpPr>
        <p:spPr>
          <a:xfrm>
            <a:off x="3921313" y="522900"/>
            <a:ext cx="1294800" cy="1918500"/>
          </a:xfrm>
          <a:prstGeom prst="rect">
            <a:avLst/>
          </a:prstGeom>
          <a:noFill/>
          <a:ln>
            <a:noFill/>
          </a:ln>
        </p:spPr>
      </p:sp>
      <p:sp>
        <p:nvSpPr>
          <p:cNvPr id="223" name="Google Shape;223;p40"/>
          <p:cNvSpPr>
            <a:spLocks noGrp="1"/>
          </p:cNvSpPr>
          <p:nvPr>
            <p:ph type="pic" idx="5"/>
          </p:nvPr>
        </p:nvSpPr>
        <p:spPr>
          <a:xfrm>
            <a:off x="5491588" y="522900"/>
            <a:ext cx="1294800" cy="1918500"/>
          </a:xfrm>
          <a:prstGeom prst="rect">
            <a:avLst/>
          </a:prstGeom>
          <a:noFill/>
          <a:ln>
            <a:noFill/>
          </a:ln>
        </p:spPr>
      </p:sp>
      <p:sp>
        <p:nvSpPr>
          <p:cNvPr id="224" name="Google Shape;224;p40"/>
          <p:cNvSpPr txBox="1">
            <a:spLocks noGrp="1"/>
          </p:cNvSpPr>
          <p:nvPr>
            <p:ph type="body" idx="1"/>
          </p:nvPr>
        </p:nvSpPr>
        <p:spPr>
          <a:xfrm>
            <a:off x="680850" y="3443850"/>
            <a:ext cx="3074700" cy="103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06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marL="914400" lvl="1" indent="-406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○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marL="1371600" lvl="2" indent="-406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■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marL="1828800" lvl="3" indent="-406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marL="2286000" lvl="4" indent="-406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○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marL="2743200" lvl="5" indent="-406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■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marL="3200400" lvl="6" indent="-406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marL="3657600" lvl="7" indent="-406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○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marL="4114800" lvl="8" indent="-406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■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>
            <a:endParaRPr/>
          </a:p>
        </p:txBody>
      </p:sp>
      <p:sp>
        <p:nvSpPr>
          <p:cNvPr id="225" name="Google Shape;225;p40"/>
          <p:cNvSpPr txBox="1">
            <a:spLocks noGrp="1"/>
          </p:cNvSpPr>
          <p:nvPr>
            <p:ph type="body" idx="6"/>
          </p:nvPr>
        </p:nvSpPr>
        <p:spPr>
          <a:xfrm>
            <a:off x="4123900" y="3443850"/>
            <a:ext cx="4030200" cy="11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226" name="Google Shape;226;p40"/>
          <p:cNvSpPr txBox="1">
            <a:spLocks noGrp="1"/>
          </p:cNvSpPr>
          <p:nvPr>
            <p:ph type="body" idx="7"/>
          </p:nvPr>
        </p:nvSpPr>
        <p:spPr>
          <a:xfrm>
            <a:off x="705088" y="2737270"/>
            <a:ext cx="1294800" cy="2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227" name="Google Shape;227;p40"/>
          <p:cNvSpPr txBox="1">
            <a:spLocks noGrp="1"/>
          </p:cNvSpPr>
          <p:nvPr>
            <p:ph type="body" idx="8"/>
          </p:nvPr>
        </p:nvSpPr>
        <p:spPr>
          <a:xfrm>
            <a:off x="2258888" y="2737270"/>
            <a:ext cx="1294800" cy="2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228" name="Google Shape;228;p40"/>
          <p:cNvSpPr txBox="1">
            <a:spLocks noGrp="1"/>
          </p:cNvSpPr>
          <p:nvPr>
            <p:ph type="body" idx="9"/>
          </p:nvPr>
        </p:nvSpPr>
        <p:spPr>
          <a:xfrm>
            <a:off x="3827513" y="2737270"/>
            <a:ext cx="1294800" cy="2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229" name="Google Shape;229;p40"/>
          <p:cNvSpPr txBox="1">
            <a:spLocks noGrp="1"/>
          </p:cNvSpPr>
          <p:nvPr>
            <p:ph type="body" idx="13"/>
          </p:nvPr>
        </p:nvSpPr>
        <p:spPr>
          <a:xfrm>
            <a:off x="5395113" y="2737270"/>
            <a:ext cx="1294800" cy="2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230" name="Google Shape;230;p40"/>
          <p:cNvSpPr txBox="1">
            <a:spLocks noGrp="1"/>
          </p:cNvSpPr>
          <p:nvPr>
            <p:ph type="body" idx="14"/>
          </p:nvPr>
        </p:nvSpPr>
        <p:spPr>
          <a:xfrm>
            <a:off x="705091" y="2464123"/>
            <a:ext cx="1294800" cy="25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231" name="Google Shape;231;p40"/>
          <p:cNvSpPr txBox="1">
            <a:spLocks noGrp="1"/>
          </p:cNvSpPr>
          <p:nvPr>
            <p:ph type="body" idx="15"/>
          </p:nvPr>
        </p:nvSpPr>
        <p:spPr>
          <a:xfrm>
            <a:off x="2258891" y="2464123"/>
            <a:ext cx="1294800" cy="25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232" name="Google Shape;232;p40"/>
          <p:cNvSpPr txBox="1">
            <a:spLocks noGrp="1"/>
          </p:cNvSpPr>
          <p:nvPr>
            <p:ph type="body" idx="16"/>
          </p:nvPr>
        </p:nvSpPr>
        <p:spPr>
          <a:xfrm>
            <a:off x="3827003" y="2464123"/>
            <a:ext cx="1294800" cy="25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233" name="Google Shape;233;p40"/>
          <p:cNvSpPr txBox="1">
            <a:spLocks noGrp="1"/>
          </p:cNvSpPr>
          <p:nvPr>
            <p:ph type="body" idx="17"/>
          </p:nvPr>
        </p:nvSpPr>
        <p:spPr>
          <a:xfrm>
            <a:off x="5396128" y="2464123"/>
            <a:ext cx="1294800" cy="25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234" name="Google Shape;234;p40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etitive Landscape">
  <p:cSld name="ONE_COLUMN_TEXT">
    <p:bg>
      <p:bgPr>
        <a:solidFill>
          <a:schemeClr val="dk1"/>
        </a:solidFill>
        <a:effectLst/>
      </p:bgPr>
    </p:bg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41"/>
          <p:cNvSpPr txBox="1">
            <a:spLocks noGrp="1"/>
          </p:cNvSpPr>
          <p:nvPr>
            <p:ph type="body" idx="1"/>
          </p:nvPr>
        </p:nvSpPr>
        <p:spPr>
          <a:xfrm>
            <a:off x="791150" y="738025"/>
            <a:ext cx="3918300" cy="22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237" name="Google Shape;237;p41"/>
          <p:cNvSpPr txBox="1">
            <a:spLocks noGrp="1"/>
          </p:cNvSpPr>
          <p:nvPr>
            <p:ph type="subTitle" idx="2"/>
          </p:nvPr>
        </p:nvSpPr>
        <p:spPr>
          <a:xfrm>
            <a:off x="791150" y="522625"/>
            <a:ext cx="3918300" cy="215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>
            <a:endParaRPr/>
          </a:p>
        </p:txBody>
      </p:sp>
      <p:sp>
        <p:nvSpPr>
          <p:cNvPr id="238" name="Google Shape;238;p41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rket Trends + Data">
  <p:cSld name="MAIN_POINT">
    <p:bg>
      <p:bgPr>
        <a:solidFill>
          <a:schemeClr val="dk1"/>
        </a:solidFill>
        <a:effectLst/>
      </p:bgPr>
    </p:bg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2"/>
          <p:cNvSpPr txBox="1">
            <a:spLocks noGrp="1"/>
          </p:cNvSpPr>
          <p:nvPr>
            <p:ph type="subTitle" idx="1"/>
          </p:nvPr>
        </p:nvSpPr>
        <p:spPr>
          <a:xfrm>
            <a:off x="690250" y="415625"/>
            <a:ext cx="1261800" cy="27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241" name="Google Shape;241;p42"/>
          <p:cNvSpPr txBox="1">
            <a:spLocks noGrp="1"/>
          </p:cNvSpPr>
          <p:nvPr>
            <p:ph type="subTitle" idx="2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9pPr>
          </a:lstStyle>
          <a:p>
            <a:endParaRPr/>
          </a:p>
        </p:txBody>
      </p:sp>
      <p:sp>
        <p:nvSpPr>
          <p:cNvPr id="242" name="Google Shape;242;p42"/>
          <p:cNvSpPr txBox="1">
            <a:spLocks noGrp="1"/>
          </p:cNvSpPr>
          <p:nvPr>
            <p:ph type="body" idx="3"/>
          </p:nvPr>
        </p:nvSpPr>
        <p:spPr>
          <a:xfrm>
            <a:off x="480425" y="534275"/>
            <a:ext cx="4878300" cy="191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243" name="Google Shape;243;p42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lvl="2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lvl="3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lvl="4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lvl="5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lvl="6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lvl="7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lvl="8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60">
          <p15:clr>
            <a:srgbClr val="E46962"/>
          </p15:clr>
        </p15:guide>
        <p15:guide id="2" orient="horz" pos="347">
          <p15:clr>
            <a:srgbClr val="E46962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WOT Analysis">
  <p:cSld name="CUSTOM_14">
    <p:bg>
      <p:bgPr>
        <a:solidFill>
          <a:srgbClr val="090120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3"/>
          <p:cNvSpPr txBox="1">
            <a:spLocks noGrp="1"/>
          </p:cNvSpPr>
          <p:nvPr>
            <p:ph type="title"/>
          </p:nvPr>
        </p:nvSpPr>
        <p:spPr>
          <a:xfrm>
            <a:off x="723861" y="1584738"/>
            <a:ext cx="2670600" cy="31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Barlow Medium"/>
              <a:buNone/>
              <a:defRPr sz="1500">
                <a:solidFill>
                  <a:schemeClr val="l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Barlow Medium"/>
              <a:buNone/>
              <a:defRPr sz="1500">
                <a:solidFill>
                  <a:schemeClr val="l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Barlow Medium"/>
              <a:buNone/>
              <a:defRPr sz="1500">
                <a:solidFill>
                  <a:schemeClr val="l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Barlow Medium"/>
              <a:buNone/>
              <a:defRPr sz="1500">
                <a:solidFill>
                  <a:schemeClr val="l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Barlow Medium"/>
              <a:buNone/>
              <a:defRPr sz="1500">
                <a:solidFill>
                  <a:schemeClr val="l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Barlow Medium"/>
              <a:buNone/>
              <a:defRPr sz="1500">
                <a:solidFill>
                  <a:schemeClr val="l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Barlow Medium"/>
              <a:buNone/>
              <a:defRPr sz="1500">
                <a:solidFill>
                  <a:schemeClr val="l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Barlow Medium"/>
              <a:buNone/>
              <a:defRPr sz="1500">
                <a:solidFill>
                  <a:schemeClr val="l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Barlow Medium"/>
              <a:buNone/>
              <a:defRPr sz="1500">
                <a:solidFill>
                  <a:schemeClr val="l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246" name="Google Shape;246;p43"/>
          <p:cNvSpPr txBox="1">
            <a:spLocks noGrp="1"/>
          </p:cNvSpPr>
          <p:nvPr>
            <p:ph type="title" idx="2"/>
          </p:nvPr>
        </p:nvSpPr>
        <p:spPr>
          <a:xfrm>
            <a:off x="723861" y="2390981"/>
            <a:ext cx="2670600" cy="31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Barlow Medium"/>
              <a:buNone/>
              <a:defRPr sz="1500">
                <a:solidFill>
                  <a:schemeClr val="l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Barlow Medium"/>
              <a:buNone/>
              <a:defRPr sz="1500">
                <a:solidFill>
                  <a:schemeClr val="l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Barlow Medium"/>
              <a:buNone/>
              <a:defRPr sz="1500">
                <a:solidFill>
                  <a:schemeClr val="l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Barlow Medium"/>
              <a:buNone/>
              <a:defRPr sz="1500">
                <a:solidFill>
                  <a:schemeClr val="l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Barlow Medium"/>
              <a:buNone/>
              <a:defRPr sz="1500">
                <a:solidFill>
                  <a:schemeClr val="l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Barlow Medium"/>
              <a:buNone/>
              <a:defRPr sz="1500">
                <a:solidFill>
                  <a:schemeClr val="l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Barlow Medium"/>
              <a:buNone/>
              <a:defRPr sz="1500">
                <a:solidFill>
                  <a:schemeClr val="l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Barlow Medium"/>
              <a:buNone/>
              <a:defRPr sz="1500">
                <a:solidFill>
                  <a:schemeClr val="l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Barlow Medium"/>
              <a:buNone/>
              <a:defRPr sz="1500">
                <a:solidFill>
                  <a:schemeClr val="l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247" name="Google Shape;247;p43"/>
          <p:cNvSpPr txBox="1">
            <a:spLocks noGrp="1"/>
          </p:cNvSpPr>
          <p:nvPr>
            <p:ph type="title" idx="3"/>
          </p:nvPr>
        </p:nvSpPr>
        <p:spPr>
          <a:xfrm>
            <a:off x="723861" y="3157931"/>
            <a:ext cx="2670600" cy="31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Barlow Medium"/>
              <a:buNone/>
              <a:defRPr sz="1500">
                <a:solidFill>
                  <a:schemeClr val="l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Barlow Medium"/>
              <a:buNone/>
              <a:defRPr sz="1500">
                <a:solidFill>
                  <a:schemeClr val="l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Barlow Medium"/>
              <a:buNone/>
              <a:defRPr sz="1500">
                <a:solidFill>
                  <a:schemeClr val="l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Barlow Medium"/>
              <a:buNone/>
              <a:defRPr sz="1500">
                <a:solidFill>
                  <a:schemeClr val="l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Barlow Medium"/>
              <a:buNone/>
              <a:defRPr sz="1500">
                <a:solidFill>
                  <a:schemeClr val="l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Barlow Medium"/>
              <a:buNone/>
              <a:defRPr sz="1500">
                <a:solidFill>
                  <a:schemeClr val="l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Barlow Medium"/>
              <a:buNone/>
              <a:defRPr sz="1500">
                <a:solidFill>
                  <a:schemeClr val="l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Barlow Medium"/>
              <a:buNone/>
              <a:defRPr sz="1500">
                <a:solidFill>
                  <a:schemeClr val="l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Barlow Medium"/>
              <a:buNone/>
              <a:defRPr sz="1500">
                <a:solidFill>
                  <a:schemeClr val="l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248" name="Google Shape;248;p43"/>
          <p:cNvSpPr txBox="1">
            <a:spLocks noGrp="1"/>
          </p:cNvSpPr>
          <p:nvPr>
            <p:ph type="title" idx="4"/>
          </p:nvPr>
        </p:nvSpPr>
        <p:spPr>
          <a:xfrm>
            <a:off x="723861" y="3954905"/>
            <a:ext cx="2670600" cy="31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249" name="Google Shape;249;p43"/>
          <p:cNvSpPr txBox="1">
            <a:spLocks noGrp="1"/>
          </p:cNvSpPr>
          <p:nvPr>
            <p:ph type="subTitle" idx="1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Hepta Slab Medium"/>
              <a:buNone/>
              <a:defRPr>
                <a:solidFill>
                  <a:schemeClr val="accent4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250" name="Google Shape;250;p43"/>
          <p:cNvSpPr txBox="1">
            <a:spLocks noGrp="1"/>
          </p:cNvSpPr>
          <p:nvPr>
            <p:ph type="body" idx="5"/>
          </p:nvPr>
        </p:nvSpPr>
        <p:spPr>
          <a:xfrm>
            <a:off x="480425" y="610475"/>
            <a:ext cx="4878300" cy="37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Barlow"/>
              <a:buChar char="●"/>
              <a:defRPr sz="1100">
                <a:solidFill>
                  <a:schemeClr val="lt2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Barlow"/>
              <a:buChar char="○"/>
              <a:defRPr>
                <a:solidFill>
                  <a:schemeClr val="lt2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Barlow"/>
              <a:buChar char="■"/>
              <a:defRPr>
                <a:solidFill>
                  <a:schemeClr val="lt2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Barlow"/>
              <a:buChar char="●"/>
              <a:defRPr>
                <a:solidFill>
                  <a:schemeClr val="lt2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Barlow"/>
              <a:buChar char="○"/>
              <a:defRPr>
                <a:solidFill>
                  <a:schemeClr val="lt2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Barlow"/>
              <a:buChar char="■"/>
              <a:defRPr>
                <a:solidFill>
                  <a:schemeClr val="lt2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Barlow"/>
              <a:buChar char="●"/>
              <a:defRPr>
                <a:solidFill>
                  <a:schemeClr val="lt2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Barlow"/>
              <a:buChar char="○"/>
              <a:defRPr>
                <a:solidFill>
                  <a:schemeClr val="lt2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Barlow"/>
              <a:buChar char="■"/>
              <a:defRPr>
                <a:solidFill>
                  <a:schemeClr val="lt2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251" name="Google Shape;251;p43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 sz="1100">
                <a:solidFill>
                  <a:schemeClr val="accent4"/>
                </a:solidFill>
              </a:defRPr>
            </a:lvl1pPr>
            <a:lvl2pPr lvl="1" rtl="0">
              <a:buNone/>
              <a:defRPr sz="1100">
                <a:solidFill>
                  <a:schemeClr val="accent4"/>
                </a:solidFill>
              </a:defRPr>
            </a:lvl2pPr>
            <a:lvl3pPr lvl="2" rtl="0">
              <a:buNone/>
              <a:defRPr sz="1100">
                <a:solidFill>
                  <a:schemeClr val="accent4"/>
                </a:solidFill>
              </a:defRPr>
            </a:lvl3pPr>
            <a:lvl4pPr lvl="3" rtl="0">
              <a:buNone/>
              <a:defRPr sz="1100">
                <a:solidFill>
                  <a:schemeClr val="accent4"/>
                </a:solidFill>
              </a:defRPr>
            </a:lvl4pPr>
            <a:lvl5pPr lvl="4" rtl="0">
              <a:buNone/>
              <a:defRPr sz="1100">
                <a:solidFill>
                  <a:schemeClr val="accent4"/>
                </a:solidFill>
              </a:defRPr>
            </a:lvl5pPr>
            <a:lvl6pPr lvl="5" rtl="0">
              <a:buNone/>
              <a:defRPr sz="1100">
                <a:solidFill>
                  <a:schemeClr val="accent4"/>
                </a:solidFill>
              </a:defRPr>
            </a:lvl6pPr>
            <a:lvl7pPr lvl="6" rtl="0">
              <a:buNone/>
              <a:defRPr sz="1100">
                <a:solidFill>
                  <a:schemeClr val="accent4"/>
                </a:solidFill>
              </a:defRPr>
            </a:lvl7pPr>
            <a:lvl8pPr lvl="7" rtl="0">
              <a:buNone/>
              <a:defRPr sz="1100">
                <a:solidFill>
                  <a:schemeClr val="accent4"/>
                </a:solidFill>
              </a:defRPr>
            </a:lvl8pPr>
            <a:lvl9pPr lvl="8" rtl="0">
              <a:buNone/>
              <a:defRPr sz="1100">
                <a:solidFill>
                  <a:schemeClr val="accent4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losing / Thank You">
  <p:cSld name="CUSTOM_13">
    <p:bg>
      <p:bgPr>
        <a:solidFill>
          <a:schemeClr val="lt1"/>
        </a:solidFill>
        <a:effectLst/>
      </p:bgPr>
    </p:bg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4"/>
          <p:cNvSpPr txBox="1">
            <a:spLocks noGrp="1"/>
          </p:cNvSpPr>
          <p:nvPr>
            <p:ph type="title"/>
          </p:nvPr>
        </p:nvSpPr>
        <p:spPr>
          <a:xfrm>
            <a:off x="455221" y="1321125"/>
            <a:ext cx="5094600" cy="1749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254" name="Google Shape;254;p44"/>
          <p:cNvSpPr txBox="1">
            <a:spLocks noGrp="1"/>
          </p:cNvSpPr>
          <p:nvPr>
            <p:ph type="body" idx="1"/>
          </p:nvPr>
        </p:nvSpPr>
        <p:spPr>
          <a:xfrm>
            <a:off x="567029" y="4500404"/>
            <a:ext cx="1015800" cy="266100"/>
          </a:xfrm>
          <a:prstGeom prst="rect">
            <a:avLst/>
          </a:prstGeom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255" name="Google Shape;255;p4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_TITLE_AND_DESCRIPTION"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5"/>
          <p:cNvSpPr txBox="1">
            <a:spLocks noGrp="1"/>
          </p:cNvSpPr>
          <p:nvPr>
            <p:ph type="title"/>
          </p:nvPr>
        </p:nvSpPr>
        <p:spPr>
          <a:xfrm>
            <a:off x="697350" y="2932550"/>
            <a:ext cx="7749300" cy="101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Hepta Slab Medium"/>
              <a:buNone/>
              <a:defRPr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>
            <a:endParaRPr/>
          </a:p>
        </p:txBody>
      </p:sp>
      <p:sp>
        <p:nvSpPr>
          <p:cNvPr id="258" name="Google Shape;258;p45"/>
          <p:cNvSpPr txBox="1">
            <a:spLocks noGrp="1"/>
          </p:cNvSpPr>
          <p:nvPr>
            <p:ph type="title" idx="2"/>
          </p:nvPr>
        </p:nvSpPr>
        <p:spPr>
          <a:xfrm>
            <a:off x="3278250" y="1194450"/>
            <a:ext cx="2587500" cy="19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259" name="Google Shape;259;p4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rket Size / Pie Graph">
  <p:cSld name="CAPTION_ONLY">
    <p:bg>
      <p:bgPr>
        <a:solidFill>
          <a:schemeClr val="dk1"/>
        </a:solidFill>
        <a:effectLst/>
      </p:bgPr>
    </p:bg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6"/>
          <p:cNvSpPr/>
          <p:nvPr/>
        </p:nvSpPr>
        <p:spPr>
          <a:xfrm>
            <a:off x="0" y="0"/>
            <a:ext cx="9144000" cy="1631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46"/>
          <p:cNvSpPr txBox="1">
            <a:spLocks noGrp="1"/>
          </p:cNvSpPr>
          <p:nvPr>
            <p:ph type="subTitle" idx="1"/>
          </p:nvPr>
        </p:nvSpPr>
        <p:spPr>
          <a:xfrm>
            <a:off x="791150" y="522625"/>
            <a:ext cx="4977300" cy="110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Hepta Slab Medium"/>
              <a:buNone/>
              <a:defRPr sz="3600"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>
            <a:endParaRPr/>
          </a:p>
        </p:txBody>
      </p:sp>
      <p:sp>
        <p:nvSpPr>
          <p:cNvPr id="263" name="Google Shape;263;p46"/>
          <p:cNvSpPr txBox="1">
            <a:spLocks noGrp="1"/>
          </p:cNvSpPr>
          <p:nvPr>
            <p:ph type="body" idx="2"/>
          </p:nvPr>
        </p:nvSpPr>
        <p:spPr>
          <a:xfrm>
            <a:off x="714950" y="1989025"/>
            <a:ext cx="2792400" cy="280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2pPr>
            <a:lvl3pPr marL="1371600" lvl="2" indent="-3238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3pPr>
            <a:lvl4pPr marL="1828800" lvl="3" indent="-3238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sz="1500">
                <a:solidFill>
                  <a:schemeClr val="lt1"/>
                </a:solidFill>
              </a:defRPr>
            </a:lvl4pPr>
            <a:lvl5pPr marL="2286000" lvl="4" indent="-3238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5pPr>
            <a:lvl6pPr marL="2743200" lvl="5" indent="-3238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6pPr>
            <a:lvl7pPr marL="3200400" lvl="6" indent="-3238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sz="1500">
                <a:solidFill>
                  <a:schemeClr val="lt1"/>
                </a:solidFill>
              </a:defRPr>
            </a:lvl7pPr>
            <a:lvl8pPr marL="3657600" lvl="7" indent="-3238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8pPr>
            <a:lvl9pPr marL="4114800" lvl="8" indent="-3238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64" name="Google Shape;264;p46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 sz="1100">
                <a:solidFill>
                  <a:schemeClr val="dk2"/>
                </a:solidFill>
              </a:defRPr>
            </a:lvl1pPr>
            <a:lvl2pPr lvl="1" rtl="0">
              <a:buNone/>
              <a:defRPr sz="1100">
                <a:solidFill>
                  <a:schemeClr val="dk2"/>
                </a:solidFill>
              </a:defRPr>
            </a:lvl2pPr>
            <a:lvl3pPr lvl="2" rtl="0">
              <a:buNone/>
              <a:defRPr sz="1100">
                <a:solidFill>
                  <a:schemeClr val="dk2"/>
                </a:solidFill>
              </a:defRPr>
            </a:lvl3pPr>
            <a:lvl4pPr lvl="3" rtl="0">
              <a:buNone/>
              <a:defRPr sz="1100">
                <a:solidFill>
                  <a:schemeClr val="dk2"/>
                </a:solidFill>
              </a:defRPr>
            </a:lvl4pPr>
            <a:lvl5pPr lvl="4" rtl="0">
              <a:buNone/>
              <a:defRPr sz="1100">
                <a:solidFill>
                  <a:schemeClr val="dk2"/>
                </a:solidFill>
              </a:defRPr>
            </a:lvl5pPr>
            <a:lvl6pPr lvl="5" rtl="0">
              <a:buNone/>
              <a:defRPr sz="1100">
                <a:solidFill>
                  <a:schemeClr val="dk2"/>
                </a:solidFill>
              </a:defRPr>
            </a:lvl6pPr>
            <a:lvl7pPr lvl="6" rtl="0">
              <a:buNone/>
              <a:defRPr sz="1100">
                <a:solidFill>
                  <a:schemeClr val="dk2"/>
                </a:solidFill>
              </a:defRPr>
            </a:lvl7pPr>
            <a:lvl8pPr lvl="7" rtl="0">
              <a:buNone/>
              <a:defRPr sz="1100">
                <a:solidFill>
                  <a:schemeClr val="dk2"/>
                </a:solidFill>
              </a:defRPr>
            </a:lvl8pPr>
            <a:lvl9pPr lvl="8" rtl="0">
              <a:buNone/>
              <a:defRPr sz="11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5" name="Google Shape;265;p46"/>
          <p:cNvSpPr/>
          <p:nvPr/>
        </p:nvSpPr>
        <p:spPr>
          <a:xfrm>
            <a:off x="4416275" y="1976923"/>
            <a:ext cx="4045200" cy="28713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46"/>
          <p:cNvSpPr/>
          <p:nvPr/>
        </p:nvSpPr>
        <p:spPr>
          <a:xfrm rot="444408">
            <a:off x="5636457" y="2500588"/>
            <a:ext cx="1505663" cy="1505327"/>
          </a:xfrm>
          <a:prstGeom prst="pie">
            <a:avLst>
              <a:gd name="adj1" fmla="val 8241844"/>
              <a:gd name="adj2" fmla="val 12554936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fferentiators / 4 column text">
  <p:cSld name="BIG_NUMBER">
    <p:bg>
      <p:bgPr>
        <a:solidFill>
          <a:schemeClr val="dk1"/>
        </a:solidFill>
        <a:effectLst/>
      </p:bgPr>
    </p:bg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7"/>
          <p:cNvSpPr/>
          <p:nvPr/>
        </p:nvSpPr>
        <p:spPr>
          <a:xfrm>
            <a:off x="0" y="1324925"/>
            <a:ext cx="4572000" cy="19104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"/>
          </a:p>
        </p:txBody>
      </p:sp>
      <p:sp>
        <p:nvSpPr>
          <p:cNvPr id="269" name="Google Shape;269;p47"/>
          <p:cNvSpPr/>
          <p:nvPr/>
        </p:nvSpPr>
        <p:spPr>
          <a:xfrm>
            <a:off x="0" y="3235076"/>
            <a:ext cx="4572000" cy="191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">
              <a:solidFill>
                <a:schemeClr val="dk2"/>
              </a:solidFill>
            </a:endParaRPr>
          </a:p>
        </p:txBody>
      </p:sp>
      <p:sp>
        <p:nvSpPr>
          <p:cNvPr id="270" name="Google Shape;270;p47"/>
          <p:cNvSpPr/>
          <p:nvPr/>
        </p:nvSpPr>
        <p:spPr>
          <a:xfrm>
            <a:off x="4571892" y="3235076"/>
            <a:ext cx="4572000" cy="1914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">
              <a:solidFill>
                <a:schemeClr val="lt1"/>
              </a:solidFill>
            </a:endParaRPr>
          </a:p>
        </p:txBody>
      </p:sp>
      <p:sp>
        <p:nvSpPr>
          <p:cNvPr id="271" name="Google Shape;271;p47"/>
          <p:cNvSpPr/>
          <p:nvPr/>
        </p:nvSpPr>
        <p:spPr>
          <a:xfrm>
            <a:off x="4571892" y="1324925"/>
            <a:ext cx="4572000" cy="1910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">
              <a:solidFill>
                <a:schemeClr val="accent5"/>
              </a:solidFill>
            </a:endParaRPr>
          </a:p>
        </p:txBody>
      </p:sp>
      <p:sp>
        <p:nvSpPr>
          <p:cNvPr id="272" name="Google Shape;272;p47"/>
          <p:cNvSpPr txBox="1">
            <a:spLocks noGrp="1"/>
          </p:cNvSpPr>
          <p:nvPr>
            <p:ph type="subTitle" idx="1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273" name="Google Shape;273;p47"/>
          <p:cNvSpPr txBox="1">
            <a:spLocks noGrp="1"/>
          </p:cNvSpPr>
          <p:nvPr>
            <p:ph type="body" idx="2"/>
          </p:nvPr>
        </p:nvSpPr>
        <p:spPr>
          <a:xfrm>
            <a:off x="480425" y="610475"/>
            <a:ext cx="4878300" cy="6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274" name="Google Shape;274;p47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 sz="1100">
                <a:solidFill>
                  <a:schemeClr val="dk2"/>
                </a:solidFill>
              </a:defRPr>
            </a:lvl1pPr>
            <a:lvl2pPr lvl="1" rtl="0">
              <a:buNone/>
              <a:defRPr sz="1100">
                <a:solidFill>
                  <a:schemeClr val="dk2"/>
                </a:solidFill>
              </a:defRPr>
            </a:lvl2pPr>
            <a:lvl3pPr lvl="2" rtl="0">
              <a:buNone/>
              <a:defRPr sz="1100">
                <a:solidFill>
                  <a:schemeClr val="dk2"/>
                </a:solidFill>
              </a:defRPr>
            </a:lvl3pPr>
            <a:lvl4pPr lvl="3" rtl="0">
              <a:buNone/>
              <a:defRPr sz="1100">
                <a:solidFill>
                  <a:schemeClr val="dk2"/>
                </a:solidFill>
              </a:defRPr>
            </a:lvl4pPr>
            <a:lvl5pPr lvl="4" rtl="0">
              <a:buNone/>
              <a:defRPr sz="1100">
                <a:solidFill>
                  <a:schemeClr val="dk2"/>
                </a:solidFill>
              </a:defRPr>
            </a:lvl5pPr>
            <a:lvl6pPr lvl="5" rtl="0">
              <a:buNone/>
              <a:defRPr sz="1100">
                <a:solidFill>
                  <a:schemeClr val="dk2"/>
                </a:solidFill>
              </a:defRPr>
            </a:lvl6pPr>
            <a:lvl7pPr lvl="6" rtl="0">
              <a:buNone/>
              <a:defRPr sz="1100">
                <a:solidFill>
                  <a:schemeClr val="dk2"/>
                </a:solidFill>
              </a:defRPr>
            </a:lvl7pPr>
            <a:lvl8pPr lvl="7" rtl="0">
              <a:buNone/>
              <a:defRPr sz="1100">
                <a:solidFill>
                  <a:schemeClr val="dk2"/>
                </a:solidFill>
              </a:defRPr>
            </a:lvl8pPr>
            <a:lvl9pPr lvl="8" rtl="0">
              <a:buNone/>
              <a:defRPr sz="11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blank">
  <p:cSld name="BLANK"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8"/>
          <p:cNvSpPr txBox="1">
            <a:spLocks noGrp="1"/>
          </p:cNvSpPr>
          <p:nvPr>
            <p:ph type="title"/>
          </p:nvPr>
        </p:nvSpPr>
        <p:spPr>
          <a:xfrm>
            <a:off x="697350" y="2932550"/>
            <a:ext cx="7749300" cy="101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>
            <a:endParaRPr/>
          </a:p>
        </p:txBody>
      </p:sp>
      <p:sp>
        <p:nvSpPr>
          <p:cNvPr id="277" name="Google Shape;277;p48"/>
          <p:cNvSpPr txBox="1">
            <a:spLocks noGrp="1"/>
          </p:cNvSpPr>
          <p:nvPr>
            <p:ph type="title" idx="2"/>
          </p:nvPr>
        </p:nvSpPr>
        <p:spPr>
          <a:xfrm>
            <a:off x="3278250" y="1194450"/>
            <a:ext cx="2587500" cy="19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278" name="Google Shape;278;p4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 text">
  <p:cSld name="TITLE_1">
    <p:bg>
      <p:bgPr>
        <a:solidFill>
          <a:schemeClr val="dk1"/>
        </a:solidFill>
        <a:effectLst/>
      </p:bgPr>
    </p:bg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9"/>
          <p:cNvSpPr/>
          <p:nvPr/>
        </p:nvSpPr>
        <p:spPr>
          <a:xfrm>
            <a:off x="0" y="0"/>
            <a:ext cx="9144000" cy="1631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49"/>
          <p:cNvSpPr txBox="1">
            <a:spLocks noGrp="1"/>
          </p:cNvSpPr>
          <p:nvPr>
            <p:ph type="subTitle" idx="1"/>
          </p:nvPr>
        </p:nvSpPr>
        <p:spPr>
          <a:xfrm>
            <a:off x="791150" y="522625"/>
            <a:ext cx="5938800" cy="110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Hepta Slab Medium"/>
              <a:buNone/>
              <a:defRPr sz="3600"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>
            <a:endParaRPr/>
          </a:p>
        </p:txBody>
      </p:sp>
      <p:sp>
        <p:nvSpPr>
          <p:cNvPr id="282" name="Google Shape;282;p49"/>
          <p:cNvSpPr txBox="1">
            <a:spLocks noGrp="1"/>
          </p:cNvSpPr>
          <p:nvPr>
            <p:ph type="body" idx="2"/>
          </p:nvPr>
        </p:nvSpPr>
        <p:spPr>
          <a:xfrm>
            <a:off x="810075" y="2065225"/>
            <a:ext cx="7539900" cy="277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06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●"/>
              <a:defRPr sz="2800">
                <a:solidFill>
                  <a:schemeClr val="lt1"/>
                </a:solidFill>
              </a:defRPr>
            </a:lvl1pPr>
            <a:lvl2pPr marL="914400" lvl="1" indent="-406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○"/>
              <a:defRPr sz="2800">
                <a:solidFill>
                  <a:schemeClr val="lt1"/>
                </a:solidFill>
              </a:defRPr>
            </a:lvl2pPr>
            <a:lvl3pPr marL="1371600" lvl="2" indent="-406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■"/>
              <a:defRPr sz="2800">
                <a:solidFill>
                  <a:schemeClr val="lt1"/>
                </a:solidFill>
              </a:defRPr>
            </a:lvl3pPr>
            <a:lvl4pPr marL="1828800" lvl="3" indent="-406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●"/>
              <a:defRPr sz="2800">
                <a:solidFill>
                  <a:schemeClr val="lt1"/>
                </a:solidFill>
              </a:defRPr>
            </a:lvl4pPr>
            <a:lvl5pPr marL="2286000" lvl="4" indent="-406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○"/>
              <a:defRPr sz="2800">
                <a:solidFill>
                  <a:schemeClr val="lt1"/>
                </a:solidFill>
              </a:defRPr>
            </a:lvl5pPr>
            <a:lvl6pPr marL="2743200" lvl="5" indent="-406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■"/>
              <a:defRPr sz="2800">
                <a:solidFill>
                  <a:schemeClr val="lt1"/>
                </a:solidFill>
              </a:defRPr>
            </a:lvl6pPr>
            <a:lvl7pPr marL="3200400" lvl="6" indent="-406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●"/>
              <a:defRPr sz="2800">
                <a:solidFill>
                  <a:schemeClr val="lt1"/>
                </a:solidFill>
              </a:defRPr>
            </a:lvl7pPr>
            <a:lvl8pPr marL="3657600" lvl="7" indent="-406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○"/>
              <a:defRPr sz="2800">
                <a:solidFill>
                  <a:schemeClr val="lt1"/>
                </a:solidFill>
              </a:defRPr>
            </a:lvl8pPr>
            <a:lvl9pPr marL="4114800" lvl="8" indent="-406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■"/>
              <a:defRPr sz="2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83" name="Google Shape;283;p49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 sz="1100">
                <a:solidFill>
                  <a:schemeClr val="accent1"/>
                </a:solidFill>
              </a:defRPr>
            </a:lvl1pPr>
            <a:lvl2pPr lvl="1" rtl="0">
              <a:buNone/>
              <a:defRPr sz="1100">
                <a:solidFill>
                  <a:schemeClr val="accent1"/>
                </a:solidFill>
              </a:defRPr>
            </a:lvl2pPr>
            <a:lvl3pPr lvl="2" rtl="0">
              <a:buNone/>
              <a:defRPr sz="1100">
                <a:solidFill>
                  <a:schemeClr val="accent1"/>
                </a:solidFill>
              </a:defRPr>
            </a:lvl3pPr>
            <a:lvl4pPr lvl="3" rtl="0">
              <a:buNone/>
              <a:defRPr sz="1100">
                <a:solidFill>
                  <a:schemeClr val="accent1"/>
                </a:solidFill>
              </a:defRPr>
            </a:lvl4pPr>
            <a:lvl5pPr lvl="4" rtl="0">
              <a:buNone/>
              <a:defRPr sz="1100">
                <a:solidFill>
                  <a:schemeClr val="accent1"/>
                </a:solidFill>
              </a:defRPr>
            </a:lvl5pPr>
            <a:lvl6pPr lvl="5" rtl="0">
              <a:buNone/>
              <a:defRPr sz="1100">
                <a:solidFill>
                  <a:schemeClr val="accent1"/>
                </a:solidFill>
              </a:defRPr>
            </a:lvl6pPr>
            <a:lvl7pPr lvl="6" rtl="0">
              <a:buNone/>
              <a:defRPr sz="1100">
                <a:solidFill>
                  <a:schemeClr val="accent1"/>
                </a:solidFill>
              </a:defRPr>
            </a:lvl7pPr>
            <a:lvl8pPr lvl="7" rtl="0">
              <a:buNone/>
              <a:defRPr sz="1100">
                <a:solidFill>
                  <a:schemeClr val="accent1"/>
                </a:solidFill>
              </a:defRPr>
            </a:lvl8pPr>
            <a:lvl9pPr lvl="8" rtl="0">
              <a:buNone/>
              <a:defRPr sz="1100"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Background Image + Text">
  <p:cSld name="CUSTOM"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5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86" name="Google Shape;286;p50"/>
          <p:cNvSpPr txBox="1">
            <a:spLocks noGrp="1"/>
          </p:cNvSpPr>
          <p:nvPr>
            <p:ph type="body" idx="1"/>
          </p:nvPr>
        </p:nvSpPr>
        <p:spPr>
          <a:xfrm>
            <a:off x="4655675" y="956675"/>
            <a:ext cx="3965400" cy="7752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274300" tIns="0" rIns="274300" bIns="274300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287" name="Google Shape;287;p50"/>
          <p:cNvSpPr txBox="1">
            <a:spLocks noGrp="1"/>
          </p:cNvSpPr>
          <p:nvPr>
            <p:ph type="subTitle" idx="3"/>
          </p:nvPr>
        </p:nvSpPr>
        <p:spPr>
          <a:xfrm>
            <a:off x="4655675" y="522900"/>
            <a:ext cx="3965400" cy="4428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274300" tIns="274300" rIns="27430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>
            <a:endParaRPr/>
          </a:p>
        </p:txBody>
      </p:sp>
      <p:sp>
        <p:nvSpPr>
          <p:cNvPr id="288" name="Google Shape;288;p50"/>
          <p:cNvSpPr txBox="1">
            <a:spLocks noGrp="1"/>
          </p:cNvSpPr>
          <p:nvPr>
            <p:ph type="body" idx="4"/>
          </p:nvPr>
        </p:nvSpPr>
        <p:spPr>
          <a:xfrm>
            <a:off x="524350" y="4144800"/>
            <a:ext cx="1558800" cy="4758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137150" tIns="137150" rIns="137150" bIns="13715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●"/>
              <a:defRPr sz="700">
                <a:latin typeface="Barlow"/>
                <a:ea typeface="Barlow"/>
                <a:cs typeface="Barlow"/>
                <a:sym typeface="Barlow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○"/>
              <a:defRPr sz="700"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■"/>
              <a:defRPr sz="700"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●"/>
              <a:defRPr sz="700"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○"/>
              <a:defRPr sz="700"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■"/>
              <a:defRPr sz="700"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●"/>
              <a:defRPr sz="700"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○"/>
              <a:defRPr sz="700"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■"/>
              <a:defRPr sz="700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289" name="Google Shape;289;p5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latin typeface="Barlow"/>
                <a:ea typeface="Barlow"/>
                <a:cs typeface="Barlow"/>
                <a:sym typeface="Barlow"/>
              </a:defRPr>
            </a:lvl1pPr>
            <a:lvl2pPr lvl="1">
              <a:buNone/>
              <a:defRPr>
                <a:latin typeface="Barlow"/>
                <a:ea typeface="Barlow"/>
                <a:cs typeface="Barlow"/>
                <a:sym typeface="Barlow"/>
              </a:defRPr>
            </a:lvl2pPr>
            <a:lvl3pPr lvl="2">
              <a:buNone/>
              <a:defRPr>
                <a:latin typeface="Barlow"/>
                <a:ea typeface="Barlow"/>
                <a:cs typeface="Barlow"/>
                <a:sym typeface="Barlow"/>
              </a:defRPr>
            </a:lvl3pPr>
            <a:lvl4pPr lvl="3">
              <a:buNone/>
              <a:defRPr>
                <a:latin typeface="Barlow"/>
                <a:ea typeface="Barlow"/>
                <a:cs typeface="Barlow"/>
                <a:sym typeface="Barlow"/>
              </a:defRPr>
            </a:lvl4pPr>
            <a:lvl5pPr lvl="4">
              <a:buNone/>
              <a:defRPr>
                <a:latin typeface="Barlow"/>
                <a:ea typeface="Barlow"/>
                <a:cs typeface="Barlow"/>
                <a:sym typeface="Barlow"/>
              </a:defRPr>
            </a:lvl5pPr>
            <a:lvl6pPr lvl="5">
              <a:buNone/>
              <a:defRPr>
                <a:latin typeface="Barlow"/>
                <a:ea typeface="Barlow"/>
                <a:cs typeface="Barlow"/>
                <a:sym typeface="Barlow"/>
              </a:defRPr>
            </a:lvl6pPr>
            <a:lvl7pPr lvl="6">
              <a:buNone/>
              <a:defRPr>
                <a:latin typeface="Barlow"/>
                <a:ea typeface="Barlow"/>
                <a:cs typeface="Barlow"/>
                <a:sym typeface="Barlow"/>
              </a:defRPr>
            </a:lvl7pPr>
            <a:lvl8pPr lvl="7">
              <a:buNone/>
              <a:defRPr>
                <a:latin typeface="Barlow"/>
                <a:ea typeface="Barlow"/>
                <a:cs typeface="Barlow"/>
                <a:sym typeface="Barlow"/>
              </a:defRPr>
            </a:lvl8pPr>
            <a:lvl9pPr lvl="8">
              <a:buNone/>
              <a:defRPr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+ Image">
  <p:cSld name="CUSTOM_1">
    <p:bg>
      <p:bgPr>
        <a:solidFill>
          <a:schemeClr val="lt2"/>
        </a:solidFill>
        <a:effectLst/>
      </p:bgPr>
    </p:bg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51"/>
          <p:cNvSpPr>
            <a:spLocks noGrp="1"/>
          </p:cNvSpPr>
          <p:nvPr>
            <p:ph type="pic" idx="2"/>
          </p:nvPr>
        </p:nvSpPr>
        <p:spPr>
          <a:xfrm>
            <a:off x="5485725" y="523025"/>
            <a:ext cx="3135300" cy="4097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292" name="Google Shape;292;p51"/>
          <p:cNvSpPr txBox="1">
            <a:spLocks noGrp="1"/>
          </p:cNvSpPr>
          <p:nvPr>
            <p:ph type="title"/>
          </p:nvPr>
        </p:nvSpPr>
        <p:spPr>
          <a:xfrm>
            <a:off x="591441" y="391675"/>
            <a:ext cx="4397400" cy="3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293" name="Google Shape;293;p51"/>
          <p:cNvSpPr txBox="1">
            <a:spLocks noGrp="1"/>
          </p:cNvSpPr>
          <p:nvPr>
            <p:ph type="body" idx="1"/>
          </p:nvPr>
        </p:nvSpPr>
        <p:spPr>
          <a:xfrm>
            <a:off x="638750" y="4413181"/>
            <a:ext cx="5537100" cy="31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●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○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■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●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○"/>
              <a:defRPr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■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●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○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■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294" name="Google Shape;294;p51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 sz="1100">
                <a:solidFill>
                  <a:schemeClr val="accent1"/>
                </a:solidFill>
              </a:defRPr>
            </a:lvl1pPr>
            <a:lvl2pPr lvl="1" rtl="0">
              <a:buNone/>
              <a:defRPr sz="1100">
                <a:solidFill>
                  <a:schemeClr val="accent1"/>
                </a:solidFill>
              </a:defRPr>
            </a:lvl2pPr>
            <a:lvl3pPr lvl="2" rtl="0">
              <a:buNone/>
              <a:defRPr sz="1100">
                <a:solidFill>
                  <a:schemeClr val="accent1"/>
                </a:solidFill>
              </a:defRPr>
            </a:lvl3pPr>
            <a:lvl4pPr lvl="3" rtl="0">
              <a:buNone/>
              <a:defRPr sz="1100">
                <a:solidFill>
                  <a:schemeClr val="accent1"/>
                </a:solidFill>
              </a:defRPr>
            </a:lvl4pPr>
            <a:lvl5pPr lvl="4" rtl="0">
              <a:buNone/>
              <a:defRPr sz="1100">
                <a:solidFill>
                  <a:schemeClr val="accent1"/>
                </a:solidFill>
              </a:defRPr>
            </a:lvl5pPr>
            <a:lvl6pPr lvl="5" rtl="0">
              <a:buNone/>
              <a:defRPr sz="1100">
                <a:solidFill>
                  <a:schemeClr val="accent1"/>
                </a:solidFill>
              </a:defRPr>
            </a:lvl6pPr>
            <a:lvl7pPr lvl="6" rtl="0">
              <a:buNone/>
              <a:defRPr sz="1100">
                <a:solidFill>
                  <a:schemeClr val="accent1"/>
                </a:solidFill>
              </a:defRPr>
            </a:lvl7pPr>
            <a:lvl8pPr lvl="7" rtl="0">
              <a:buNone/>
              <a:defRPr sz="1100">
                <a:solidFill>
                  <a:schemeClr val="accent1"/>
                </a:solidFill>
              </a:defRPr>
            </a:lvl8pPr>
            <a:lvl9pPr lvl="8" rtl="0">
              <a:buNone/>
              <a:defRPr sz="1100"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oals + 5 Images">
  <p:cSld name="CUSTOM_2">
    <p:bg>
      <p:bgPr>
        <a:solidFill>
          <a:schemeClr val="dk1"/>
        </a:solidFill>
        <a:effectLst/>
      </p:bgPr>
    </p:bg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52"/>
          <p:cNvSpPr txBox="1">
            <a:spLocks noGrp="1"/>
          </p:cNvSpPr>
          <p:nvPr>
            <p:ph type="body" idx="1"/>
          </p:nvPr>
        </p:nvSpPr>
        <p:spPr>
          <a:xfrm>
            <a:off x="5481425" y="2715575"/>
            <a:ext cx="1294800" cy="22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297" name="Google Shape;297;p52"/>
          <p:cNvSpPr txBox="1">
            <a:spLocks noGrp="1"/>
          </p:cNvSpPr>
          <p:nvPr>
            <p:ph type="body" idx="2"/>
          </p:nvPr>
        </p:nvSpPr>
        <p:spPr>
          <a:xfrm>
            <a:off x="3918400" y="2715725"/>
            <a:ext cx="1294800" cy="22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298" name="Google Shape;298;p52"/>
          <p:cNvSpPr txBox="1">
            <a:spLocks noGrp="1"/>
          </p:cNvSpPr>
          <p:nvPr>
            <p:ph type="body" idx="3"/>
          </p:nvPr>
        </p:nvSpPr>
        <p:spPr>
          <a:xfrm>
            <a:off x="2349550" y="2715575"/>
            <a:ext cx="1294800" cy="22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299" name="Google Shape;299;p52"/>
          <p:cNvSpPr txBox="1">
            <a:spLocks noGrp="1"/>
          </p:cNvSpPr>
          <p:nvPr>
            <p:ph type="body" idx="4"/>
          </p:nvPr>
        </p:nvSpPr>
        <p:spPr>
          <a:xfrm>
            <a:off x="791150" y="2615450"/>
            <a:ext cx="1294800" cy="10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300" name="Google Shape;300;p52"/>
          <p:cNvSpPr txBox="1">
            <a:spLocks noGrp="1"/>
          </p:cNvSpPr>
          <p:nvPr>
            <p:ph type="body" idx="5"/>
          </p:nvPr>
        </p:nvSpPr>
        <p:spPr>
          <a:xfrm>
            <a:off x="791150" y="2715500"/>
            <a:ext cx="1294800" cy="22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301" name="Google Shape;301;p52"/>
          <p:cNvSpPr txBox="1">
            <a:spLocks noGrp="1"/>
          </p:cNvSpPr>
          <p:nvPr>
            <p:ph type="body" idx="6"/>
          </p:nvPr>
        </p:nvSpPr>
        <p:spPr>
          <a:xfrm>
            <a:off x="7044450" y="2715500"/>
            <a:ext cx="1294800" cy="22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cxnSp>
        <p:nvCxnSpPr>
          <p:cNvPr id="302" name="Google Shape;302;p52"/>
          <p:cNvCxnSpPr/>
          <p:nvPr/>
        </p:nvCxnSpPr>
        <p:spPr>
          <a:xfrm rot="10800000">
            <a:off x="827250" y="1481375"/>
            <a:ext cx="748950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3" name="Google Shape;303;p52"/>
          <p:cNvSpPr>
            <a:spLocks noGrp="1"/>
          </p:cNvSpPr>
          <p:nvPr>
            <p:ph type="pic" idx="7"/>
          </p:nvPr>
        </p:nvSpPr>
        <p:spPr>
          <a:xfrm>
            <a:off x="7049625" y="523025"/>
            <a:ext cx="1305900" cy="1918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304" name="Google Shape;304;p52"/>
          <p:cNvSpPr>
            <a:spLocks noGrp="1"/>
          </p:cNvSpPr>
          <p:nvPr>
            <p:ph type="pic" idx="8"/>
          </p:nvPr>
        </p:nvSpPr>
        <p:spPr>
          <a:xfrm>
            <a:off x="784775" y="522100"/>
            <a:ext cx="1305900" cy="1918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305" name="Google Shape;305;p52"/>
          <p:cNvSpPr>
            <a:spLocks noGrp="1"/>
          </p:cNvSpPr>
          <p:nvPr>
            <p:ph type="pic" idx="9"/>
          </p:nvPr>
        </p:nvSpPr>
        <p:spPr>
          <a:xfrm>
            <a:off x="2343950" y="523500"/>
            <a:ext cx="1305900" cy="1918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306" name="Google Shape;306;p52"/>
          <p:cNvSpPr>
            <a:spLocks noGrp="1"/>
          </p:cNvSpPr>
          <p:nvPr>
            <p:ph type="pic" idx="13"/>
          </p:nvPr>
        </p:nvSpPr>
        <p:spPr>
          <a:xfrm>
            <a:off x="3915213" y="523500"/>
            <a:ext cx="1305900" cy="1918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307" name="Google Shape;307;p52"/>
          <p:cNvSpPr>
            <a:spLocks noGrp="1"/>
          </p:cNvSpPr>
          <p:nvPr>
            <p:ph type="pic" idx="14"/>
          </p:nvPr>
        </p:nvSpPr>
        <p:spPr>
          <a:xfrm>
            <a:off x="5490975" y="523500"/>
            <a:ext cx="1305900" cy="1918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308" name="Google Shape;308;p52"/>
          <p:cNvSpPr txBox="1">
            <a:spLocks noGrp="1"/>
          </p:cNvSpPr>
          <p:nvPr>
            <p:ph type="body" idx="15"/>
          </p:nvPr>
        </p:nvSpPr>
        <p:spPr>
          <a:xfrm>
            <a:off x="5481425" y="4112700"/>
            <a:ext cx="2877600" cy="505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309" name="Google Shape;309;p52"/>
          <p:cNvSpPr txBox="1">
            <a:spLocks noGrp="1"/>
          </p:cNvSpPr>
          <p:nvPr>
            <p:ph type="subTitle" idx="16"/>
          </p:nvPr>
        </p:nvSpPr>
        <p:spPr>
          <a:xfrm>
            <a:off x="5481425" y="3897300"/>
            <a:ext cx="2877600" cy="215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>
            <a:endParaRPr/>
          </a:p>
        </p:txBody>
      </p:sp>
      <p:sp>
        <p:nvSpPr>
          <p:cNvPr id="310" name="Google Shape;310;p52"/>
          <p:cNvSpPr txBox="1">
            <a:spLocks noGrp="1"/>
          </p:cNvSpPr>
          <p:nvPr>
            <p:ph type="body" idx="17"/>
          </p:nvPr>
        </p:nvSpPr>
        <p:spPr>
          <a:xfrm>
            <a:off x="2349500" y="2615450"/>
            <a:ext cx="1294800" cy="10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311" name="Google Shape;311;p52"/>
          <p:cNvSpPr txBox="1">
            <a:spLocks noGrp="1"/>
          </p:cNvSpPr>
          <p:nvPr>
            <p:ph type="body" idx="18"/>
          </p:nvPr>
        </p:nvSpPr>
        <p:spPr>
          <a:xfrm>
            <a:off x="3915488" y="2615450"/>
            <a:ext cx="1294800" cy="10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312" name="Google Shape;312;p52"/>
          <p:cNvSpPr txBox="1">
            <a:spLocks noGrp="1"/>
          </p:cNvSpPr>
          <p:nvPr>
            <p:ph type="body" idx="19"/>
          </p:nvPr>
        </p:nvSpPr>
        <p:spPr>
          <a:xfrm>
            <a:off x="5479963" y="2615450"/>
            <a:ext cx="1294800" cy="10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313" name="Google Shape;313;p52"/>
          <p:cNvSpPr txBox="1">
            <a:spLocks noGrp="1"/>
          </p:cNvSpPr>
          <p:nvPr>
            <p:ph type="body" idx="20"/>
          </p:nvPr>
        </p:nvSpPr>
        <p:spPr>
          <a:xfrm>
            <a:off x="7047338" y="2615450"/>
            <a:ext cx="1294800" cy="10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314" name="Google Shape;314;p52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 sz="1100">
                <a:solidFill>
                  <a:schemeClr val="accent1"/>
                </a:solidFill>
              </a:defRPr>
            </a:lvl1pPr>
            <a:lvl2pPr lvl="1" rtl="0">
              <a:buNone/>
              <a:defRPr sz="1100">
                <a:solidFill>
                  <a:schemeClr val="accent1"/>
                </a:solidFill>
              </a:defRPr>
            </a:lvl2pPr>
            <a:lvl3pPr lvl="2" rtl="0">
              <a:buNone/>
              <a:defRPr sz="1100">
                <a:solidFill>
                  <a:schemeClr val="accent1"/>
                </a:solidFill>
              </a:defRPr>
            </a:lvl3pPr>
            <a:lvl4pPr lvl="3" rtl="0">
              <a:buNone/>
              <a:defRPr sz="1100">
                <a:solidFill>
                  <a:schemeClr val="accent1"/>
                </a:solidFill>
              </a:defRPr>
            </a:lvl4pPr>
            <a:lvl5pPr lvl="4" rtl="0">
              <a:buNone/>
              <a:defRPr sz="1100">
                <a:solidFill>
                  <a:schemeClr val="accent1"/>
                </a:solidFill>
              </a:defRPr>
            </a:lvl5pPr>
            <a:lvl6pPr lvl="5" rtl="0">
              <a:buNone/>
              <a:defRPr sz="1100">
                <a:solidFill>
                  <a:schemeClr val="accent1"/>
                </a:solidFill>
              </a:defRPr>
            </a:lvl6pPr>
            <a:lvl7pPr lvl="6" rtl="0">
              <a:buNone/>
              <a:defRPr sz="1100">
                <a:solidFill>
                  <a:schemeClr val="accent1"/>
                </a:solidFill>
              </a:defRPr>
            </a:lvl7pPr>
            <a:lvl8pPr lvl="7" rtl="0">
              <a:buNone/>
              <a:defRPr sz="1100">
                <a:solidFill>
                  <a:schemeClr val="accent1"/>
                </a:solidFill>
              </a:defRPr>
            </a:lvl8pPr>
            <a:lvl9pPr lvl="8" rtl="0">
              <a:buNone/>
              <a:defRPr sz="1100"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rategy Canvas / Line Graph">
  <p:cSld name="CUSTOM_3">
    <p:bg>
      <p:bgPr>
        <a:solidFill>
          <a:schemeClr val="dk1"/>
        </a:solidFill>
        <a:effectLst/>
      </p:bgPr>
    </p:bg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53"/>
          <p:cNvSpPr txBox="1">
            <a:spLocks noGrp="1"/>
          </p:cNvSpPr>
          <p:nvPr>
            <p:ph type="body" idx="1"/>
          </p:nvPr>
        </p:nvSpPr>
        <p:spPr>
          <a:xfrm>
            <a:off x="3917825" y="4024920"/>
            <a:ext cx="4441200" cy="505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317" name="Google Shape;317;p53"/>
          <p:cNvSpPr txBox="1">
            <a:spLocks noGrp="1"/>
          </p:cNvSpPr>
          <p:nvPr>
            <p:ph type="subTitle" idx="2"/>
          </p:nvPr>
        </p:nvSpPr>
        <p:spPr>
          <a:xfrm>
            <a:off x="783675" y="3967895"/>
            <a:ext cx="2877600" cy="431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>
            <a:endParaRPr/>
          </a:p>
        </p:txBody>
      </p:sp>
      <p:sp>
        <p:nvSpPr>
          <p:cNvPr id="318" name="Google Shape;318;p53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 sz="1100">
                <a:solidFill>
                  <a:schemeClr val="accent1"/>
                </a:solidFill>
              </a:defRPr>
            </a:lvl1pPr>
            <a:lvl2pPr lvl="1" rtl="0">
              <a:buNone/>
              <a:defRPr sz="1100">
                <a:solidFill>
                  <a:schemeClr val="accent1"/>
                </a:solidFill>
              </a:defRPr>
            </a:lvl2pPr>
            <a:lvl3pPr lvl="2" rtl="0">
              <a:buNone/>
              <a:defRPr sz="1100">
                <a:solidFill>
                  <a:schemeClr val="accent1"/>
                </a:solidFill>
              </a:defRPr>
            </a:lvl3pPr>
            <a:lvl4pPr lvl="3" rtl="0">
              <a:buNone/>
              <a:defRPr sz="1100">
                <a:solidFill>
                  <a:schemeClr val="accent1"/>
                </a:solidFill>
              </a:defRPr>
            </a:lvl4pPr>
            <a:lvl5pPr lvl="4" rtl="0">
              <a:buNone/>
              <a:defRPr sz="1100">
                <a:solidFill>
                  <a:schemeClr val="accent1"/>
                </a:solidFill>
              </a:defRPr>
            </a:lvl5pPr>
            <a:lvl6pPr lvl="5" rtl="0">
              <a:buNone/>
              <a:defRPr sz="1100">
                <a:solidFill>
                  <a:schemeClr val="accent1"/>
                </a:solidFill>
              </a:defRPr>
            </a:lvl6pPr>
            <a:lvl7pPr lvl="6" rtl="0">
              <a:buNone/>
              <a:defRPr sz="1100">
                <a:solidFill>
                  <a:schemeClr val="accent1"/>
                </a:solidFill>
              </a:defRPr>
            </a:lvl7pPr>
            <a:lvl8pPr lvl="7" rtl="0">
              <a:buNone/>
              <a:defRPr sz="1100">
                <a:solidFill>
                  <a:schemeClr val="accent1"/>
                </a:solidFill>
              </a:defRPr>
            </a:lvl8pPr>
            <a:lvl9pPr lvl="8" rtl="0">
              <a:buNone/>
              <a:defRPr sz="1100"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CUSTOM_4"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54"/>
          <p:cNvSpPr txBox="1">
            <a:spLocks noGrp="1"/>
          </p:cNvSpPr>
          <p:nvPr>
            <p:ph type="title"/>
          </p:nvPr>
        </p:nvSpPr>
        <p:spPr>
          <a:xfrm>
            <a:off x="697350" y="2932550"/>
            <a:ext cx="7749300" cy="101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>
            <a:endParaRPr/>
          </a:p>
        </p:txBody>
      </p:sp>
      <p:sp>
        <p:nvSpPr>
          <p:cNvPr id="321" name="Google Shape;321;p54"/>
          <p:cNvSpPr txBox="1">
            <a:spLocks noGrp="1"/>
          </p:cNvSpPr>
          <p:nvPr>
            <p:ph type="title" idx="2"/>
          </p:nvPr>
        </p:nvSpPr>
        <p:spPr>
          <a:xfrm>
            <a:off x="3278250" y="1194450"/>
            <a:ext cx="2587500" cy="19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322" name="Google Shape;322;p5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PIs / Objectives">
  <p:cSld name="CUSTOM_5">
    <p:bg>
      <p:bgPr>
        <a:solidFill>
          <a:schemeClr val="dk1"/>
        </a:solidFill>
        <a:effectLst/>
      </p:bgPr>
    </p:bg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55"/>
          <p:cNvSpPr/>
          <p:nvPr/>
        </p:nvSpPr>
        <p:spPr>
          <a:xfrm rot="-5400000">
            <a:off x="4090300" y="-436575"/>
            <a:ext cx="4099200" cy="6015000"/>
          </a:xfrm>
          <a:prstGeom prst="round2SameRect">
            <a:avLst>
              <a:gd name="adj1" fmla="val 16667"/>
              <a:gd name="adj2" fmla="val 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2"/>
              </a:solidFill>
            </a:endParaRPr>
          </a:p>
        </p:txBody>
      </p:sp>
      <p:sp>
        <p:nvSpPr>
          <p:cNvPr id="325" name="Google Shape;325;p55"/>
          <p:cNvSpPr txBox="1">
            <a:spLocks noGrp="1"/>
          </p:cNvSpPr>
          <p:nvPr>
            <p:ph type="body" idx="1"/>
          </p:nvPr>
        </p:nvSpPr>
        <p:spPr>
          <a:xfrm>
            <a:off x="3918400" y="3680775"/>
            <a:ext cx="1294800" cy="10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326" name="Google Shape;326;p55"/>
          <p:cNvSpPr txBox="1">
            <a:spLocks noGrp="1"/>
          </p:cNvSpPr>
          <p:nvPr>
            <p:ph type="body" idx="2"/>
          </p:nvPr>
        </p:nvSpPr>
        <p:spPr>
          <a:xfrm>
            <a:off x="3918400" y="3780825"/>
            <a:ext cx="1294800" cy="22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327" name="Google Shape;327;p55"/>
          <p:cNvSpPr txBox="1">
            <a:spLocks noGrp="1"/>
          </p:cNvSpPr>
          <p:nvPr>
            <p:ph type="body" idx="3"/>
          </p:nvPr>
        </p:nvSpPr>
        <p:spPr>
          <a:xfrm>
            <a:off x="7044450" y="3680550"/>
            <a:ext cx="1294800" cy="10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328" name="Google Shape;328;p55"/>
          <p:cNvSpPr txBox="1">
            <a:spLocks noGrp="1"/>
          </p:cNvSpPr>
          <p:nvPr>
            <p:ph type="body" idx="4"/>
          </p:nvPr>
        </p:nvSpPr>
        <p:spPr>
          <a:xfrm>
            <a:off x="7044450" y="3780600"/>
            <a:ext cx="1294800" cy="22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329" name="Google Shape;329;p55"/>
          <p:cNvSpPr>
            <a:spLocks noGrp="1"/>
          </p:cNvSpPr>
          <p:nvPr>
            <p:ph type="pic" idx="5"/>
          </p:nvPr>
        </p:nvSpPr>
        <p:spPr>
          <a:xfrm>
            <a:off x="7049625" y="1588125"/>
            <a:ext cx="1305900" cy="1918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330" name="Google Shape;330;p55"/>
          <p:cNvSpPr>
            <a:spLocks noGrp="1"/>
          </p:cNvSpPr>
          <p:nvPr>
            <p:ph type="pic" idx="6"/>
          </p:nvPr>
        </p:nvSpPr>
        <p:spPr>
          <a:xfrm>
            <a:off x="3915213" y="1588600"/>
            <a:ext cx="1305900" cy="1918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331" name="Google Shape;331;p55"/>
          <p:cNvSpPr>
            <a:spLocks noGrp="1"/>
          </p:cNvSpPr>
          <p:nvPr>
            <p:ph type="pic" idx="7"/>
          </p:nvPr>
        </p:nvSpPr>
        <p:spPr>
          <a:xfrm>
            <a:off x="5490975" y="1588600"/>
            <a:ext cx="1305900" cy="1918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332" name="Google Shape;332;p55"/>
          <p:cNvSpPr txBox="1">
            <a:spLocks noGrp="1"/>
          </p:cNvSpPr>
          <p:nvPr>
            <p:ph type="subTitle" idx="8"/>
          </p:nvPr>
        </p:nvSpPr>
        <p:spPr>
          <a:xfrm>
            <a:off x="3918800" y="1034575"/>
            <a:ext cx="1307100" cy="554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Barlow ExtraLight"/>
              <a:buNone/>
              <a:defRPr sz="3600">
                <a:solidFill>
                  <a:schemeClr val="accent2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>
            <a:endParaRPr/>
          </a:p>
        </p:txBody>
      </p:sp>
      <p:sp>
        <p:nvSpPr>
          <p:cNvPr id="333" name="Google Shape;333;p55"/>
          <p:cNvSpPr txBox="1">
            <a:spLocks noGrp="1"/>
          </p:cNvSpPr>
          <p:nvPr>
            <p:ph type="subTitle" idx="9"/>
          </p:nvPr>
        </p:nvSpPr>
        <p:spPr>
          <a:xfrm>
            <a:off x="5484775" y="1034575"/>
            <a:ext cx="1307100" cy="554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Barlow ExtraLight"/>
              <a:buNone/>
              <a:defRPr sz="3600">
                <a:solidFill>
                  <a:schemeClr val="accent2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>
            <a:endParaRPr/>
          </a:p>
        </p:txBody>
      </p:sp>
      <p:sp>
        <p:nvSpPr>
          <p:cNvPr id="334" name="Google Shape;334;p55"/>
          <p:cNvSpPr txBox="1">
            <a:spLocks noGrp="1"/>
          </p:cNvSpPr>
          <p:nvPr>
            <p:ph type="subTitle" idx="13"/>
          </p:nvPr>
        </p:nvSpPr>
        <p:spPr>
          <a:xfrm>
            <a:off x="7050750" y="1032775"/>
            <a:ext cx="1307100" cy="554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Barlow ExtraLight"/>
              <a:buNone/>
              <a:defRPr sz="3600">
                <a:solidFill>
                  <a:schemeClr val="accent2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>
            <a:endParaRPr/>
          </a:p>
        </p:txBody>
      </p:sp>
      <p:sp>
        <p:nvSpPr>
          <p:cNvPr id="335" name="Google Shape;335;p55"/>
          <p:cNvSpPr txBox="1">
            <a:spLocks noGrp="1"/>
          </p:cNvSpPr>
          <p:nvPr>
            <p:ph type="body" idx="14"/>
          </p:nvPr>
        </p:nvSpPr>
        <p:spPr>
          <a:xfrm>
            <a:off x="507400" y="1828050"/>
            <a:ext cx="2136300" cy="297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06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1pPr>
            <a:lvl2pPr marL="914400" lvl="1" indent="-406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2pPr>
            <a:lvl3pPr marL="1371600" lvl="2" indent="-406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3pPr>
            <a:lvl4pPr marL="1828800" lvl="3" indent="-406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4pPr>
            <a:lvl5pPr marL="2286000" lvl="4" indent="-406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5pPr>
            <a:lvl6pPr marL="2743200" lvl="5" indent="-406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6pPr>
            <a:lvl7pPr marL="3200400" lvl="6" indent="-406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7pPr>
            <a:lvl8pPr marL="3657600" lvl="7" indent="-406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8pPr>
            <a:lvl9pPr marL="4114800" lvl="8" indent="-406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336" name="Google Shape;336;p55"/>
          <p:cNvSpPr txBox="1">
            <a:spLocks noGrp="1"/>
          </p:cNvSpPr>
          <p:nvPr>
            <p:ph type="body" idx="15"/>
          </p:nvPr>
        </p:nvSpPr>
        <p:spPr>
          <a:xfrm>
            <a:off x="5481425" y="3680775"/>
            <a:ext cx="1294800" cy="10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337" name="Google Shape;337;p55"/>
          <p:cNvSpPr txBox="1">
            <a:spLocks noGrp="1"/>
          </p:cNvSpPr>
          <p:nvPr>
            <p:ph type="body" idx="16"/>
          </p:nvPr>
        </p:nvSpPr>
        <p:spPr>
          <a:xfrm>
            <a:off x="5481425" y="3780825"/>
            <a:ext cx="1294800" cy="22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338" name="Google Shape;338;p55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 sz="1100">
                <a:solidFill>
                  <a:schemeClr val="accent2"/>
                </a:solidFill>
              </a:defRPr>
            </a:lvl1pPr>
            <a:lvl2pPr lvl="1" rtl="0">
              <a:buNone/>
              <a:defRPr sz="1100">
                <a:solidFill>
                  <a:schemeClr val="accent2"/>
                </a:solidFill>
              </a:defRPr>
            </a:lvl2pPr>
            <a:lvl3pPr lvl="2" rtl="0">
              <a:buNone/>
              <a:defRPr sz="1100">
                <a:solidFill>
                  <a:schemeClr val="accent2"/>
                </a:solidFill>
              </a:defRPr>
            </a:lvl3pPr>
            <a:lvl4pPr lvl="3" rtl="0">
              <a:buNone/>
              <a:defRPr sz="1100">
                <a:solidFill>
                  <a:schemeClr val="accent2"/>
                </a:solidFill>
              </a:defRPr>
            </a:lvl4pPr>
            <a:lvl5pPr lvl="4" rtl="0">
              <a:buNone/>
              <a:defRPr sz="1100">
                <a:solidFill>
                  <a:schemeClr val="accent2"/>
                </a:solidFill>
              </a:defRPr>
            </a:lvl5pPr>
            <a:lvl6pPr lvl="5" rtl="0">
              <a:buNone/>
              <a:defRPr sz="1100">
                <a:solidFill>
                  <a:schemeClr val="accent2"/>
                </a:solidFill>
              </a:defRPr>
            </a:lvl6pPr>
            <a:lvl7pPr lvl="6" rtl="0">
              <a:buNone/>
              <a:defRPr sz="1100">
                <a:solidFill>
                  <a:schemeClr val="accent2"/>
                </a:solidFill>
              </a:defRPr>
            </a:lvl7pPr>
            <a:lvl8pPr lvl="7" rtl="0">
              <a:buNone/>
              <a:defRPr sz="1100">
                <a:solidFill>
                  <a:schemeClr val="accent2"/>
                </a:solidFill>
              </a:defRPr>
            </a:lvl8pPr>
            <a:lvl9pPr lvl="8" rtl="0">
              <a:buNone/>
              <a:defRPr sz="1100">
                <a:solidFill>
                  <a:schemeClr val="accent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32">
          <p15:clr>
            <a:srgbClr val="E46962"/>
          </p15:clr>
        </p15:guide>
        <p15:guide id="2" orient="horz" pos="2088">
          <p15:clr>
            <a:srgbClr val="E46962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ction Plan + 5 Images">
  <p:cSld name="CUSTOM_6">
    <p:bg>
      <p:bgPr>
        <a:solidFill>
          <a:schemeClr val="accent6"/>
        </a:solidFill>
        <a:effectLst/>
      </p:bgPr>
    </p:bg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56"/>
          <p:cNvSpPr txBox="1">
            <a:spLocks noGrp="1"/>
          </p:cNvSpPr>
          <p:nvPr>
            <p:ph type="body" idx="1"/>
          </p:nvPr>
        </p:nvSpPr>
        <p:spPr>
          <a:xfrm>
            <a:off x="791150" y="2615450"/>
            <a:ext cx="1294800" cy="10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341" name="Google Shape;341;p56"/>
          <p:cNvSpPr txBox="1">
            <a:spLocks noGrp="1"/>
          </p:cNvSpPr>
          <p:nvPr>
            <p:ph type="body" idx="2"/>
          </p:nvPr>
        </p:nvSpPr>
        <p:spPr>
          <a:xfrm>
            <a:off x="791150" y="2715500"/>
            <a:ext cx="1294800" cy="22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cxnSp>
        <p:nvCxnSpPr>
          <p:cNvPr id="342" name="Google Shape;342;p56"/>
          <p:cNvCxnSpPr/>
          <p:nvPr/>
        </p:nvCxnSpPr>
        <p:spPr>
          <a:xfrm rot="10800000">
            <a:off x="827250" y="1481375"/>
            <a:ext cx="74895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3" name="Google Shape;343;p56"/>
          <p:cNvSpPr>
            <a:spLocks noGrp="1"/>
          </p:cNvSpPr>
          <p:nvPr>
            <p:ph type="pic" idx="3"/>
          </p:nvPr>
        </p:nvSpPr>
        <p:spPr>
          <a:xfrm>
            <a:off x="7049625" y="523025"/>
            <a:ext cx="1305900" cy="1918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344" name="Google Shape;344;p56"/>
          <p:cNvSpPr>
            <a:spLocks noGrp="1"/>
          </p:cNvSpPr>
          <p:nvPr>
            <p:ph type="pic" idx="4"/>
          </p:nvPr>
        </p:nvSpPr>
        <p:spPr>
          <a:xfrm>
            <a:off x="784775" y="522100"/>
            <a:ext cx="1305900" cy="1918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345" name="Google Shape;345;p56"/>
          <p:cNvSpPr>
            <a:spLocks noGrp="1"/>
          </p:cNvSpPr>
          <p:nvPr>
            <p:ph type="pic" idx="5"/>
          </p:nvPr>
        </p:nvSpPr>
        <p:spPr>
          <a:xfrm>
            <a:off x="2343950" y="523500"/>
            <a:ext cx="1305900" cy="1918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346" name="Google Shape;346;p56"/>
          <p:cNvSpPr>
            <a:spLocks noGrp="1"/>
          </p:cNvSpPr>
          <p:nvPr>
            <p:ph type="pic" idx="6"/>
          </p:nvPr>
        </p:nvSpPr>
        <p:spPr>
          <a:xfrm>
            <a:off x="3915213" y="523500"/>
            <a:ext cx="1305900" cy="1918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347" name="Google Shape;347;p56"/>
          <p:cNvSpPr>
            <a:spLocks noGrp="1"/>
          </p:cNvSpPr>
          <p:nvPr>
            <p:ph type="pic" idx="7"/>
          </p:nvPr>
        </p:nvSpPr>
        <p:spPr>
          <a:xfrm>
            <a:off x="5490975" y="523500"/>
            <a:ext cx="1305900" cy="1918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348" name="Google Shape;348;p56"/>
          <p:cNvSpPr txBox="1">
            <a:spLocks noGrp="1"/>
          </p:cNvSpPr>
          <p:nvPr>
            <p:ph type="body" idx="8"/>
          </p:nvPr>
        </p:nvSpPr>
        <p:spPr>
          <a:xfrm>
            <a:off x="5481425" y="4112700"/>
            <a:ext cx="2877600" cy="505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349" name="Google Shape;349;p56"/>
          <p:cNvSpPr txBox="1">
            <a:spLocks noGrp="1"/>
          </p:cNvSpPr>
          <p:nvPr>
            <p:ph type="subTitle" idx="9"/>
          </p:nvPr>
        </p:nvSpPr>
        <p:spPr>
          <a:xfrm>
            <a:off x="5481425" y="3897300"/>
            <a:ext cx="2877600" cy="215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>
            <a:endParaRPr/>
          </a:p>
        </p:txBody>
      </p:sp>
      <p:sp>
        <p:nvSpPr>
          <p:cNvPr id="350" name="Google Shape;350;p56"/>
          <p:cNvSpPr txBox="1">
            <a:spLocks noGrp="1"/>
          </p:cNvSpPr>
          <p:nvPr>
            <p:ph type="body" idx="13"/>
          </p:nvPr>
        </p:nvSpPr>
        <p:spPr>
          <a:xfrm>
            <a:off x="2349500" y="2615450"/>
            <a:ext cx="1294800" cy="10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351" name="Google Shape;351;p56"/>
          <p:cNvSpPr txBox="1">
            <a:spLocks noGrp="1"/>
          </p:cNvSpPr>
          <p:nvPr>
            <p:ph type="body" idx="14"/>
          </p:nvPr>
        </p:nvSpPr>
        <p:spPr>
          <a:xfrm>
            <a:off x="2349500" y="2715500"/>
            <a:ext cx="1294800" cy="22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352" name="Google Shape;352;p56"/>
          <p:cNvSpPr txBox="1">
            <a:spLocks noGrp="1"/>
          </p:cNvSpPr>
          <p:nvPr>
            <p:ph type="body" idx="15"/>
          </p:nvPr>
        </p:nvSpPr>
        <p:spPr>
          <a:xfrm>
            <a:off x="3907850" y="2615450"/>
            <a:ext cx="1294800" cy="10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353" name="Google Shape;353;p56"/>
          <p:cNvSpPr txBox="1">
            <a:spLocks noGrp="1"/>
          </p:cNvSpPr>
          <p:nvPr>
            <p:ph type="body" idx="16"/>
          </p:nvPr>
        </p:nvSpPr>
        <p:spPr>
          <a:xfrm>
            <a:off x="3907850" y="2715500"/>
            <a:ext cx="1294800" cy="22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354" name="Google Shape;354;p56"/>
          <p:cNvSpPr txBox="1">
            <a:spLocks noGrp="1"/>
          </p:cNvSpPr>
          <p:nvPr>
            <p:ph type="body" idx="17"/>
          </p:nvPr>
        </p:nvSpPr>
        <p:spPr>
          <a:xfrm>
            <a:off x="5496525" y="2615450"/>
            <a:ext cx="1294800" cy="10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355" name="Google Shape;355;p56"/>
          <p:cNvSpPr txBox="1">
            <a:spLocks noGrp="1"/>
          </p:cNvSpPr>
          <p:nvPr>
            <p:ph type="body" idx="18"/>
          </p:nvPr>
        </p:nvSpPr>
        <p:spPr>
          <a:xfrm>
            <a:off x="5496525" y="2715500"/>
            <a:ext cx="1294800" cy="22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356" name="Google Shape;356;p56"/>
          <p:cNvSpPr txBox="1">
            <a:spLocks noGrp="1"/>
          </p:cNvSpPr>
          <p:nvPr>
            <p:ph type="body" idx="19"/>
          </p:nvPr>
        </p:nvSpPr>
        <p:spPr>
          <a:xfrm>
            <a:off x="7085200" y="2615450"/>
            <a:ext cx="1294800" cy="10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357" name="Google Shape;357;p56"/>
          <p:cNvSpPr txBox="1">
            <a:spLocks noGrp="1"/>
          </p:cNvSpPr>
          <p:nvPr>
            <p:ph type="body" idx="20"/>
          </p:nvPr>
        </p:nvSpPr>
        <p:spPr>
          <a:xfrm>
            <a:off x="7085200" y="2715500"/>
            <a:ext cx="1294800" cy="22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358" name="Google Shape;358;p56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 sz="1100">
                <a:solidFill>
                  <a:schemeClr val="accent2"/>
                </a:solidFill>
              </a:defRPr>
            </a:lvl1pPr>
            <a:lvl2pPr lvl="1" rtl="0">
              <a:buNone/>
              <a:defRPr sz="1100">
                <a:solidFill>
                  <a:schemeClr val="accent2"/>
                </a:solidFill>
              </a:defRPr>
            </a:lvl2pPr>
            <a:lvl3pPr lvl="2" rtl="0">
              <a:buNone/>
              <a:defRPr sz="1100">
                <a:solidFill>
                  <a:schemeClr val="accent2"/>
                </a:solidFill>
              </a:defRPr>
            </a:lvl3pPr>
            <a:lvl4pPr lvl="3" rtl="0">
              <a:buNone/>
              <a:defRPr sz="1100">
                <a:solidFill>
                  <a:schemeClr val="accent2"/>
                </a:solidFill>
              </a:defRPr>
            </a:lvl4pPr>
            <a:lvl5pPr lvl="4" rtl="0">
              <a:buNone/>
              <a:defRPr sz="1100">
                <a:solidFill>
                  <a:schemeClr val="accent2"/>
                </a:solidFill>
              </a:defRPr>
            </a:lvl5pPr>
            <a:lvl6pPr lvl="5" rtl="0">
              <a:buNone/>
              <a:defRPr sz="1100">
                <a:solidFill>
                  <a:schemeClr val="accent2"/>
                </a:solidFill>
              </a:defRPr>
            </a:lvl6pPr>
            <a:lvl7pPr lvl="6" rtl="0">
              <a:buNone/>
              <a:defRPr sz="1100">
                <a:solidFill>
                  <a:schemeClr val="accent2"/>
                </a:solidFill>
              </a:defRPr>
            </a:lvl7pPr>
            <a:lvl8pPr lvl="7" rtl="0">
              <a:buNone/>
              <a:defRPr sz="1100">
                <a:solidFill>
                  <a:schemeClr val="accent2"/>
                </a:solidFill>
              </a:defRPr>
            </a:lvl8pPr>
            <a:lvl9pPr lvl="8" rtl="0">
              <a:buNone/>
              <a:defRPr sz="1100">
                <a:solidFill>
                  <a:schemeClr val="accent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meline Graphic">
  <p:cSld name="CUSTOM_9">
    <p:bg>
      <p:bgPr>
        <a:solidFill>
          <a:schemeClr val="dk1"/>
        </a:solidFill>
        <a:effectLst/>
      </p:bgPr>
    </p:bg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57"/>
          <p:cNvSpPr txBox="1">
            <a:spLocks noGrp="1"/>
          </p:cNvSpPr>
          <p:nvPr>
            <p:ph type="body" idx="1"/>
          </p:nvPr>
        </p:nvSpPr>
        <p:spPr>
          <a:xfrm>
            <a:off x="3133000" y="514275"/>
            <a:ext cx="3890700" cy="505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361" name="Google Shape;361;p57"/>
          <p:cNvSpPr txBox="1">
            <a:spLocks noGrp="1"/>
          </p:cNvSpPr>
          <p:nvPr>
            <p:ph type="body" idx="2"/>
          </p:nvPr>
        </p:nvSpPr>
        <p:spPr>
          <a:xfrm>
            <a:off x="657679" y="436194"/>
            <a:ext cx="2278800" cy="198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06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1pPr>
            <a:lvl2pPr marL="914400" lvl="1" indent="-406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2pPr>
            <a:lvl3pPr marL="1371600" lvl="2" indent="-406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3pPr>
            <a:lvl4pPr marL="1828800" lvl="3" indent="-406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4pPr>
            <a:lvl5pPr marL="2286000" lvl="4" indent="-406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5pPr>
            <a:lvl6pPr marL="2743200" lvl="5" indent="-406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6pPr>
            <a:lvl7pPr marL="3200400" lvl="6" indent="-406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7pPr>
            <a:lvl8pPr marL="3657600" lvl="7" indent="-406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8pPr>
            <a:lvl9pPr marL="4114800" lvl="8" indent="-406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362" name="Google Shape;362;p57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 sz="1100">
                <a:solidFill>
                  <a:schemeClr val="accent2"/>
                </a:solidFill>
              </a:defRPr>
            </a:lvl1pPr>
            <a:lvl2pPr lvl="1" rtl="0">
              <a:buNone/>
              <a:defRPr sz="1100">
                <a:solidFill>
                  <a:schemeClr val="accent2"/>
                </a:solidFill>
              </a:defRPr>
            </a:lvl2pPr>
            <a:lvl3pPr lvl="2" rtl="0">
              <a:buNone/>
              <a:defRPr sz="1100">
                <a:solidFill>
                  <a:schemeClr val="accent2"/>
                </a:solidFill>
              </a:defRPr>
            </a:lvl3pPr>
            <a:lvl4pPr lvl="3" rtl="0">
              <a:buNone/>
              <a:defRPr sz="1100">
                <a:solidFill>
                  <a:schemeClr val="accent2"/>
                </a:solidFill>
              </a:defRPr>
            </a:lvl4pPr>
            <a:lvl5pPr lvl="4" rtl="0">
              <a:buNone/>
              <a:defRPr sz="1100">
                <a:solidFill>
                  <a:schemeClr val="accent2"/>
                </a:solidFill>
              </a:defRPr>
            </a:lvl5pPr>
            <a:lvl6pPr lvl="5" rtl="0">
              <a:buNone/>
              <a:defRPr sz="1100">
                <a:solidFill>
                  <a:schemeClr val="accent2"/>
                </a:solidFill>
              </a:defRPr>
            </a:lvl6pPr>
            <a:lvl7pPr lvl="6" rtl="0">
              <a:buNone/>
              <a:defRPr sz="1100">
                <a:solidFill>
                  <a:schemeClr val="accent2"/>
                </a:solidFill>
              </a:defRPr>
            </a:lvl7pPr>
            <a:lvl8pPr lvl="7" rtl="0">
              <a:buNone/>
              <a:defRPr sz="1100">
                <a:solidFill>
                  <a:schemeClr val="accent2"/>
                </a:solidFill>
              </a:defRPr>
            </a:lvl8pPr>
            <a:lvl9pPr lvl="8" rtl="0">
              <a:buNone/>
              <a:defRPr sz="1100">
                <a:solidFill>
                  <a:schemeClr val="accent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94">
          <p15:clr>
            <a:srgbClr val="E46962"/>
          </p15:clr>
        </p15:guide>
        <p15:guide id="2" orient="horz" pos="504">
          <p15:clr>
            <a:srgbClr val="E46962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evenue / Graphic">
  <p:cSld name="CUSTOM_12">
    <p:bg>
      <p:bgPr>
        <a:solidFill>
          <a:schemeClr val="dk1"/>
        </a:solidFill>
        <a:effectLst/>
      </p:bgPr>
    </p:bg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58"/>
          <p:cNvSpPr txBox="1">
            <a:spLocks noGrp="1"/>
          </p:cNvSpPr>
          <p:nvPr>
            <p:ph type="body" idx="1"/>
          </p:nvPr>
        </p:nvSpPr>
        <p:spPr>
          <a:xfrm>
            <a:off x="569725" y="3435300"/>
            <a:ext cx="2884200" cy="1185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365" name="Google Shape;365;p58"/>
          <p:cNvSpPr txBox="1">
            <a:spLocks noGrp="1"/>
          </p:cNvSpPr>
          <p:nvPr>
            <p:ph type="subTitle" idx="2"/>
          </p:nvPr>
        </p:nvSpPr>
        <p:spPr>
          <a:xfrm>
            <a:off x="466802" y="445100"/>
            <a:ext cx="2403600" cy="53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>
            <a:endParaRPr/>
          </a:p>
        </p:txBody>
      </p:sp>
      <p:sp>
        <p:nvSpPr>
          <p:cNvPr id="366" name="Google Shape;366;p58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 sz="1100">
                <a:solidFill>
                  <a:schemeClr val="accent2"/>
                </a:solidFill>
              </a:defRPr>
            </a:lvl1pPr>
            <a:lvl2pPr lvl="1" rtl="0">
              <a:buNone/>
              <a:defRPr sz="1100">
                <a:solidFill>
                  <a:schemeClr val="accent2"/>
                </a:solidFill>
              </a:defRPr>
            </a:lvl2pPr>
            <a:lvl3pPr lvl="2" rtl="0">
              <a:buNone/>
              <a:defRPr sz="1100">
                <a:solidFill>
                  <a:schemeClr val="accent2"/>
                </a:solidFill>
              </a:defRPr>
            </a:lvl3pPr>
            <a:lvl4pPr lvl="3" rtl="0">
              <a:buNone/>
              <a:defRPr sz="1100">
                <a:solidFill>
                  <a:schemeClr val="accent2"/>
                </a:solidFill>
              </a:defRPr>
            </a:lvl4pPr>
            <a:lvl5pPr lvl="4" rtl="0">
              <a:buNone/>
              <a:defRPr sz="1100">
                <a:solidFill>
                  <a:schemeClr val="accent2"/>
                </a:solidFill>
              </a:defRPr>
            </a:lvl5pPr>
            <a:lvl6pPr lvl="5" rtl="0">
              <a:buNone/>
              <a:defRPr sz="1100">
                <a:solidFill>
                  <a:schemeClr val="accent2"/>
                </a:solidFill>
              </a:defRPr>
            </a:lvl6pPr>
            <a:lvl7pPr lvl="6" rtl="0">
              <a:buNone/>
              <a:defRPr sz="1100">
                <a:solidFill>
                  <a:schemeClr val="accent2"/>
                </a:solidFill>
              </a:defRPr>
            </a:lvl7pPr>
            <a:lvl8pPr lvl="7" rtl="0">
              <a:buNone/>
              <a:defRPr sz="1100">
                <a:solidFill>
                  <a:schemeClr val="accent2"/>
                </a:solidFill>
              </a:defRPr>
            </a:lvl8pPr>
            <a:lvl9pPr lvl="8" rtl="0">
              <a:buNone/>
              <a:defRPr sz="1100">
                <a:solidFill>
                  <a:schemeClr val="accent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31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9" Type="http://schemas.openxmlformats.org/officeDocument/2006/relationships/slideLayout" Target="../slideLayouts/slideLayout50.xml"/><Relationship Id="rId21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45.xml"/><Relationship Id="rId42" Type="http://schemas.openxmlformats.org/officeDocument/2006/relationships/slideLayout" Target="../slideLayouts/slideLayout53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40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32" Type="http://schemas.openxmlformats.org/officeDocument/2006/relationships/slideLayout" Target="../slideLayouts/slideLayout43.xml"/><Relationship Id="rId37" Type="http://schemas.openxmlformats.org/officeDocument/2006/relationships/slideLayout" Target="../slideLayouts/slideLayout48.xml"/><Relationship Id="rId40" Type="http://schemas.openxmlformats.org/officeDocument/2006/relationships/slideLayout" Target="../slideLayouts/slideLayout51.xml"/><Relationship Id="rId45" Type="http://schemas.openxmlformats.org/officeDocument/2006/relationships/slideLayout" Target="../slideLayouts/slideLayout56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slideLayout" Target="../slideLayouts/slideLayout39.xml"/><Relationship Id="rId36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42.xml"/><Relationship Id="rId44" Type="http://schemas.openxmlformats.org/officeDocument/2006/relationships/slideLayout" Target="../slideLayouts/slideLayout55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slideLayout" Target="../slideLayouts/slideLayout38.xml"/><Relationship Id="rId30" Type="http://schemas.openxmlformats.org/officeDocument/2006/relationships/slideLayout" Target="../slideLayouts/slideLayout41.xml"/><Relationship Id="rId35" Type="http://schemas.openxmlformats.org/officeDocument/2006/relationships/slideLayout" Target="../slideLayouts/slideLayout46.xml"/><Relationship Id="rId43" Type="http://schemas.openxmlformats.org/officeDocument/2006/relationships/slideLayout" Target="../slideLayouts/slideLayout54.xml"/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33" Type="http://schemas.openxmlformats.org/officeDocument/2006/relationships/slideLayout" Target="../slideLayouts/slideLayout44.xml"/><Relationship Id="rId38" Type="http://schemas.openxmlformats.org/officeDocument/2006/relationships/slideLayout" Target="../slideLayouts/slideLayout49.xml"/><Relationship Id="rId46" Type="http://schemas.openxmlformats.org/officeDocument/2006/relationships/theme" Target="../theme/theme2.xml"/><Relationship Id="rId20" Type="http://schemas.openxmlformats.org/officeDocument/2006/relationships/slideLayout" Target="../slideLayouts/slideLayout31.xml"/><Relationship Id="rId41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459950" y="300125"/>
            <a:ext cx="8353800" cy="8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pta Slab"/>
              <a:buNone/>
              <a:defRPr sz="3600">
                <a:solidFill>
                  <a:schemeClr val="dk1"/>
                </a:solidFill>
                <a:latin typeface="Hepta Slab"/>
                <a:ea typeface="Hepta Slab"/>
                <a:cs typeface="Hepta Slab"/>
                <a:sym typeface="Hepta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536575" y="2676025"/>
            <a:ext cx="5275500" cy="22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rlow Light"/>
              <a:buChar char="●"/>
              <a:defRPr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Light"/>
              <a:buChar char="○"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Barlow Light"/>
              <a:buChar char="■"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 Light"/>
              <a:buChar char="●"/>
              <a:defRPr sz="12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 Light"/>
              <a:buChar char="○"/>
              <a:defRPr sz="11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Barlow Light"/>
              <a:buChar char="■"/>
              <a:defRPr sz="1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Barlow Light"/>
              <a:buChar char="●"/>
              <a:defRPr sz="9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Barlow Light"/>
              <a:buChar char="○"/>
              <a:defRPr sz="8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 Light"/>
              <a:buChar char="■"/>
              <a:defRPr sz="8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4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4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4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4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4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4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4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4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4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4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4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4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59"/>
          <p:cNvSpPr txBox="1">
            <a:spLocks noGrp="1"/>
          </p:cNvSpPr>
          <p:nvPr>
            <p:ph type="title"/>
          </p:nvPr>
        </p:nvSpPr>
        <p:spPr>
          <a:xfrm>
            <a:off x="632850" y="1124700"/>
            <a:ext cx="7878300" cy="174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>
                <a:solidFill>
                  <a:schemeClr val="accent4"/>
                </a:solidFill>
              </a:rPr>
              <a:t>Burrows-Wheeler Transform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372" name="Google Shape;372;p59"/>
          <p:cNvSpPr txBox="1">
            <a:spLocks noGrp="1"/>
          </p:cNvSpPr>
          <p:nvPr>
            <p:ph type="subTitle" idx="2"/>
          </p:nvPr>
        </p:nvSpPr>
        <p:spPr>
          <a:xfrm>
            <a:off x="2686120" y="2902000"/>
            <a:ext cx="3981900" cy="93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Clr>
                <a:schemeClr val="lt1"/>
              </a:buClr>
              <a:buSzPts val="1100"/>
            </a:pPr>
            <a:r>
              <a:rPr lang="en">
                <a:solidFill>
                  <a:schemeClr val="lt2"/>
                </a:solidFill>
              </a:rPr>
              <a:t>Dylan Beyerlein </a:t>
            </a:r>
            <a:endParaRPr lang="en-US">
              <a:solidFill>
                <a:schemeClr val="lt2"/>
              </a:solidFill>
            </a:endParaRPr>
          </a:p>
          <a:p>
            <a:pPr marL="0" indent="0">
              <a:buSzPts val="1100"/>
            </a:pPr>
            <a:r>
              <a:rPr lang="en">
                <a:solidFill>
                  <a:schemeClr val="lt2"/>
                </a:solidFill>
              </a:rPr>
              <a:t>Nathan Dela Paz </a:t>
            </a:r>
          </a:p>
          <a:p>
            <a:pPr marL="0" lvl="0" indent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>
                <a:solidFill>
                  <a:schemeClr val="lt2"/>
                </a:solidFill>
              </a:rPr>
              <a:t>Rishi Kandimalla</a:t>
            </a:r>
            <a:endParaRPr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60"/>
          <p:cNvSpPr txBox="1">
            <a:spLocks noGrp="1"/>
          </p:cNvSpPr>
          <p:nvPr>
            <p:ph type="subTitle" idx="1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The Problem		</a:t>
            </a:r>
            <a:endParaRPr sz="2400"/>
          </a:p>
        </p:txBody>
      </p:sp>
      <p:sp>
        <p:nvSpPr>
          <p:cNvPr id="378" name="Google Shape;378;p60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sp>
        <p:nvSpPr>
          <p:cNvPr id="379" name="Google Shape;379;p60"/>
          <p:cNvSpPr txBox="1"/>
          <p:nvPr/>
        </p:nvSpPr>
        <p:spPr>
          <a:xfrm>
            <a:off x="480425" y="1002375"/>
            <a:ext cx="6698100" cy="3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2"/>
                </a:solidFill>
                <a:latin typeface="Barlow Light"/>
                <a:ea typeface="Barlow Light"/>
                <a:cs typeface="Barlow Light"/>
                <a:sym typeface="Barlow Light"/>
              </a:rPr>
              <a:t>Compression algorithms are designed to exploit </a:t>
            </a:r>
            <a:r>
              <a:rPr lang="en" sz="1500" b="1">
                <a:solidFill>
                  <a:schemeClr val="lt2"/>
                </a:solidFill>
                <a:latin typeface="Barlow"/>
                <a:ea typeface="Barlow"/>
                <a:cs typeface="Barlow"/>
                <a:sym typeface="Barlow"/>
              </a:rPr>
              <a:t>runs of characters</a:t>
            </a:r>
            <a:r>
              <a:rPr lang="en" sz="1500">
                <a:solidFill>
                  <a:schemeClr val="lt2"/>
                </a:solidFill>
                <a:latin typeface="Barlow Light"/>
                <a:ea typeface="Barlow Light"/>
                <a:cs typeface="Barlow Light"/>
                <a:sym typeface="Barlow Light"/>
              </a:rPr>
              <a:t>: </a:t>
            </a:r>
            <a:r>
              <a:rPr lang="en" sz="2200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aaaa</a:t>
            </a:r>
            <a:r>
              <a:rPr lang="en" sz="2200" b="1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bbbbb</a:t>
            </a:r>
            <a:r>
              <a:rPr lang="en" sz="2200" b="1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nnnn</a:t>
            </a:r>
            <a:endParaRPr sz="2000" b="1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lt2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2"/>
                </a:solidFill>
                <a:latin typeface="Barlow Light"/>
                <a:ea typeface="Barlow Light"/>
                <a:cs typeface="Barlow Light"/>
                <a:sym typeface="Barlow Light"/>
              </a:rPr>
              <a:t>Data often comes with repeated patterns:</a:t>
            </a:r>
            <a:endParaRPr sz="1500">
              <a:solidFill>
                <a:schemeClr val="lt2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b</a:t>
            </a:r>
            <a:r>
              <a:rPr lang="en" sz="2200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" sz="2200" b="1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n" sz="2200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" sz="2200" b="1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n" sz="2200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" sz="2200" b="1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n" sz="2200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" sz="2200" b="1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n" sz="2200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" sz="2200" b="1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b</a:t>
            </a:r>
            <a:r>
              <a:rPr lang="en" sz="2200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" sz="2200" b="1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n" sz="2200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" sz="2200" b="1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n" sz="2200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endParaRPr sz="2200" b="1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solidFill>
                <a:srgbClr val="FF0000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solidFill>
                <a:srgbClr val="FF0000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2"/>
                </a:solidFill>
                <a:latin typeface="Barlow Light"/>
                <a:ea typeface="Barlow Light"/>
                <a:cs typeface="Barlow Light"/>
                <a:sym typeface="Barlow Light"/>
              </a:rPr>
              <a:t>Can we utilize these repeated patterns with a transform that creates runs of characters? </a:t>
            </a:r>
            <a:endParaRPr sz="1500">
              <a:solidFill>
                <a:schemeClr val="lt2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" sz="2100" b="1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nnnn</a:t>
            </a:r>
            <a:r>
              <a:rPr lang="en" sz="2100" b="1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b</a:t>
            </a:r>
            <a:r>
              <a:rPr lang="en" sz="2100" b="1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nn</a:t>
            </a:r>
            <a:r>
              <a:rPr lang="en" sz="2100" b="1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b</a:t>
            </a:r>
            <a:r>
              <a:rPr lang="en" sz="2100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" sz="21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$</a:t>
            </a:r>
            <a:r>
              <a:rPr lang="en" sz="2100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aaaaaa</a:t>
            </a:r>
            <a:endParaRPr sz="2100" b="1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lt2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lt2"/>
                </a:solidFill>
                <a:latin typeface="Barlow Light"/>
                <a:ea typeface="Barlow Light"/>
                <a:cs typeface="Barlow Light"/>
                <a:sym typeface="Barlow Light"/>
              </a:rPr>
              <a:t>After, can we reverse the transform? </a:t>
            </a:r>
            <a:endParaRPr sz="1500">
              <a:solidFill>
                <a:schemeClr val="lt2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61"/>
          <p:cNvSpPr txBox="1">
            <a:spLocks noGrp="1"/>
          </p:cNvSpPr>
          <p:nvPr>
            <p:ph type="subTitle" idx="1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Encoding</a:t>
            </a:r>
            <a:endParaRPr sz="2400"/>
          </a:p>
        </p:txBody>
      </p:sp>
      <p:sp>
        <p:nvSpPr>
          <p:cNvPr id="385" name="Google Shape;385;p61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sp>
        <p:nvSpPr>
          <p:cNvPr id="386" name="Google Shape;386;p61"/>
          <p:cNvSpPr txBox="1"/>
          <p:nvPr/>
        </p:nvSpPr>
        <p:spPr>
          <a:xfrm>
            <a:off x="449850" y="936575"/>
            <a:ext cx="5003100" cy="4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  <a:latin typeface="Barlow Light"/>
                <a:ea typeface="Barlow Light"/>
                <a:cs typeface="Barlow Light"/>
                <a:sym typeface="Barlow Light"/>
              </a:rPr>
              <a:t>Start with </a:t>
            </a:r>
            <a:r>
              <a:rPr lang="en" sz="1900" b="1">
                <a:solidFill>
                  <a:schemeClr val="lt2"/>
                </a:solidFill>
                <a:latin typeface="Barlow"/>
                <a:ea typeface="Barlow"/>
                <a:cs typeface="Barlow"/>
                <a:sym typeface="Barlow"/>
              </a:rPr>
              <a:t>banana</a:t>
            </a:r>
            <a:r>
              <a:rPr lang="en" sz="1900">
                <a:solidFill>
                  <a:schemeClr val="lt2"/>
                </a:solidFill>
                <a:latin typeface="Barlow Light"/>
                <a:ea typeface="Barlow Light"/>
                <a:cs typeface="Barlow Light"/>
                <a:sym typeface="Barlow Light"/>
              </a:rPr>
              <a:t> and add an end marker, </a:t>
            </a:r>
            <a:r>
              <a:rPr lang="en" sz="1900" b="1">
                <a:solidFill>
                  <a:schemeClr val="lt2"/>
                </a:solidFill>
                <a:latin typeface="Barlow"/>
                <a:ea typeface="Barlow"/>
                <a:cs typeface="Barlow"/>
                <a:sym typeface="Barlow"/>
              </a:rPr>
              <a:t>$</a:t>
            </a:r>
            <a:endParaRPr sz="1900" b="1">
              <a:solidFill>
                <a:schemeClr val="l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87" name="Google Shape;387;p61"/>
          <p:cNvSpPr txBox="1">
            <a:spLocks noGrp="1"/>
          </p:cNvSpPr>
          <p:nvPr>
            <p:ph type="title"/>
          </p:nvPr>
        </p:nvSpPr>
        <p:spPr>
          <a:xfrm>
            <a:off x="723850" y="1584825"/>
            <a:ext cx="4474500" cy="308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latin typeface="Courier New"/>
                <a:ea typeface="Courier New"/>
                <a:cs typeface="Courier New"/>
                <a:sym typeface="Courier New"/>
              </a:rPr>
              <a:t>banana$</a:t>
            </a:r>
            <a:endParaRPr sz="2600"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388" name="Google Shape;388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3338241" flipH="1">
            <a:off x="7002650" y="3043578"/>
            <a:ext cx="2302198" cy="1158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62"/>
          <p:cNvSpPr txBox="1">
            <a:spLocks noGrp="1"/>
          </p:cNvSpPr>
          <p:nvPr>
            <p:ph type="subTitle" idx="1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2400"/>
              <a:t>Encoding</a:t>
            </a:r>
            <a:endParaRPr sz="2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94" name="Google Shape;394;p62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sp>
        <p:nvSpPr>
          <p:cNvPr id="395" name="Google Shape;395;p62"/>
          <p:cNvSpPr txBox="1"/>
          <p:nvPr/>
        </p:nvSpPr>
        <p:spPr>
          <a:xfrm>
            <a:off x="449850" y="936575"/>
            <a:ext cx="5003100" cy="4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  <a:latin typeface="Barlow Light"/>
                <a:ea typeface="Barlow Light"/>
                <a:cs typeface="Barlow Light"/>
                <a:sym typeface="Barlow Light"/>
              </a:rPr>
              <a:t>Take all the cyclic rotations</a:t>
            </a:r>
            <a:endParaRPr sz="1900" b="1">
              <a:solidFill>
                <a:schemeClr val="l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96" name="Google Shape;396;p62"/>
          <p:cNvSpPr txBox="1">
            <a:spLocks noGrp="1"/>
          </p:cNvSpPr>
          <p:nvPr>
            <p:ph type="title"/>
          </p:nvPr>
        </p:nvSpPr>
        <p:spPr>
          <a:xfrm>
            <a:off x="723850" y="1584825"/>
            <a:ext cx="4474500" cy="308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2600" b="1">
                <a:latin typeface="Courier New"/>
                <a:ea typeface="Courier New"/>
                <a:cs typeface="Courier New"/>
                <a:sym typeface="Courier New"/>
              </a:rPr>
              <a:t>banana$</a:t>
            </a:r>
            <a:endParaRPr sz="26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2600" b="1">
                <a:latin typeface="Courier New"/>
                <a:ea typeface="Courier New"/>
                <a:cs typeface="Courier New"/>
                <a:sym typeface="Courier New"/>
              </a:rPr>
              <a:t>anana$b</a:t>
            </a:r>
            <a:endParaRPr sz="26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2600" b="1">
                <a:latin typeface="Courier New"/>
                <a:ea typeface="Courier New"/>
                <a:cs typeface="Courier New"/>
                <a:sym typeface="Courier New"/>
              </a:rPr>
              <a:t>nana$ba</a:t>
            </a:r>
            <a:endParaRPr sz="26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2600" b="1">
                <a:latin typeface="Courier New"/>
                <a:ea typeface="Courier New"/>
                <a:cs typeface="Courier New"/>
                <a:sym typeface="Courier New"/>
              </a:rPr>
              <a:t>ana$ban</a:t>
            </a:r>
            <a:endParaRPr sz="26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2600" b="1">
                <a:latin typeface="Courier New"/>
                <a:ea typeface="Courier New"/>
                <a:cs typeface="Courier New"/>
                <a:sym typeface="Courier New"/>
              </a:rPr>
              <a:t>na$bana</a:t>
            </a:r>
            <a:endParaRPr sz="26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2600" b="1">
                <a:latin typeface="Courier New"/>
                <a:ea typeface="Courier New"/>
                <a:cs typeface="Courier New"/>
                <a:sym typeface="Courier New"/>
              </a:rPr>
              <a:t>a$banan</a:t>
            </a:r>
            <a:endParaRPr sz="26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latin typeface="Courier New"/>
                <a:ea typeface="Courier New"/>
                <a:cs typeface="Courier New"/>
                <a:sym typeface="Courier New"/>
              </a:rPr>
              <a:t>$banana</a:t>
            </a:r>
            <a:endParaRPr sz="2600"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397" name="Google Shape;397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3338241" flipH="1">
            <a:off x="7002650" y="3043578"/>
            <a:ext cx="2302198" cy="1158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63"/>
          <p:cNvSpPr txBox="1">
            <a:spLocks noGrp="1"/>
          </p:cNvSpPr>
          <p:nvPr>
            <p:ph type="subTitle" idx="1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2400"/>
              <a:t>Encoding</a:t>
            </a:r>
            <a:endParaRPr sz="2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03" name="Google Shape;403;p63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sp>
        <p:nvSpPr>
          <p:cNvPr id="404" name="Google Shape;404;p63"/>
          <p:cNvSpPr txBox="1"/>
          <p:nvPr/>
        </p:nvSpPr>
        <p:spPr>
          <a:xfrm>
            <a:off x="449850" y="936575"/>
            <a:ext cx="5003100" cy="4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  <a:latin typeface="Barlow Light"/>
                <a:ea typeface="Barlow Light"/>
                <a:cs typeface="Barlow Light"/>
                <a:sym typeface="Barlow Light"/>
              </a:rPr>
              <a:t>Sort them into lexical order</a:t>
            </a:r>
            <a:endParaRPr sz="1900" b="1">
              <a:solidFill>
                <a:schemeClr val="l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05" name="Google Shape;405;p63"/>
          <p:cNvSpPr txBox="1">
            <a:spLocks noGrp="1"/>
          </p:cNvSpPr>
          <p:nvPr>
            <p:ph type="title"/>
          </p:nvPr>
        </p:nvSpPr>
        <p:spPr>
          <a:xfrm>
            <a:off x="723850" y="1584825"/>
            <a:ext cx="4474500" cy="308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highlight>
                  <a:schemeClr val="accent2"/>
                </a:highlight>
                <a:latin typeface="Courier New"/>
                <a:ea typeface="Courier New"/>
                <a:cs typeface="Courier New"/>
                <a:sym typeface="Courier New"/>
              </a:rPr>
              <a:t>$</a:t>
            </a:r>
            <a:r>
              <a:rPr lang="en" sz="2600" b="1">
                <a:latin typeface="Courier New"/>
                <a:ea typeface="Courier New"/>
                <a:cs typeface="Courier New"/>
                <a:sym typeface="Courier New"/>
              </a:rPr>
              <a:t>banana</a:t>
            </a:r>
            <a:endParaRPr sz="26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highlight>
                  <a:schemeClr val="accent2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" sz="2600" b="1">
                <a:latin typeface="Courier New"/>
                <a:ea typeface="Courier New"/>
                <a:cs typeface="Courier New"/>
                <a:sym typeface="Courier New"/>
              </a:rPr>
              <a:t>$banan</a:t>
            </a:r>
            <a:endParaRPr sz="26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highlight>
                  <a:schemeClr val="accent2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" sz="2600" b="1">
                <a:latin typeface="Courier New"/>
                <a:ea typeface="Courier New"/>
                <a:cs typeface="Courier New"/>
                <a:sym typeface="Courier New"/>
              </a:rPr>
              <a:t>na$ban</a:t>
            </a:r>
            <a:endParaRPr sz="26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highlight>
                  <a:schemeClr val="accent2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" sz="2600" b="1">
                <a:latin typeface="Courier New"/>
                <a:ea typeface="Courier New"/>
                <a:cs typeface="Courier New"/>
                <a:sym typeface="Courier New"/>
              </a:rPr>
              <a:t>nana$b</a:t>
            </a:r>
            <a:endParaRPr sz="26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highlight>
                  <a:schemeClr val="accent2"/>
                </a:highlight>
                <a:latin typeface="Courier New"/>
                <a:ea typeface="Courier New"/>
                <a:cs typeface="Courier New"/>
                <a:sym typeface="Courier New"/>
              </a:rPr>
              <a:t>b</a:t>
            </a:r>
            <a:r>
              <a:rPr lang="en" sz="2600" b="1">
                <a:latin typeface="Courier New"/>
                <a:ea typeface="Courier New"/>
                <a:cs typeface="Courier New"/>
                <a:sym typeface="Courier New"/>
              </a:rPr>
              <a:t>anana$</a:t>
            </a:r>
            <a:endParaRPr sz="26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highlight>
                  <a:schemeClr val="accent2"/>
                </a:highlight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n" sz="2600" b="1">
                <a:latin typeface="Courier New"/>
                <a:ea typeface="Courier New"/>
                <a:cs typeface="Courier New"/>
                <a:sym typeface="Courier New"/>
              </a:rPr>
              <a:t>a$bana</a:t>
            </a:r>
            <a:endParaRPr sz="26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highlight>
                  <a:schemeClr val="accent2"/>
                </a:highlight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n" sz="2600" b="1">
                <a:latin typeface="Courier New"/>
                <a:ea typeface="Courier New"/>
                <a:cs typeface="Courier New"/>
                <a:sym typeface="Courier New"/>
              </a:rPr>
              <a:t>ana$ba</a:t>
            </a:r>
            <a:endParaRPr sz="2600"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406" name="Google Shape;406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3338241" flipH="1">
            <a:off x="7002650" y="3043578"/>
            <a:ext cx="2302198" cy="1158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64"/>
          <p:cNvSpPr txBox="1">
            <a:spLocks noGrp="1"/>
          </p:cNvSpPr>
          <p:nvPr>
            <p:ph type="title"/>
          </p:nvPr>
        </p:nvSpPr>
        <p:spPr>
          <a:xfrm>
            <a:off x="3054250" y="2317550"/>
            <a:ext cx="2371500" cy="7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latin typeface="Courier New"/>
                <a:ea typeface="Courier New"/>
                <a:cs typeface="Courier New"/>
                <a:sym typeface="Courier New"/>
              </a:rPr>
              <a:t>annb$aa</a:t>
            </a:r>
            <a:endParaRPr sz="2600"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12" name="Google Shape;412;p64"/>
          <p:cNvSpPr txBox="1">
            <a:spLocks noGrp="1"/>
          </p:cNvSpPr>
          <p:nvPr>
            <p:ph type="subTitle" idx="1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2400"/>
              <a:t>Encoding</a:t>
            </a:r>
            <a:endParaRPr sz="2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13" name="Google Shape;413;p64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sp>
        <p:nvSpPr>
          <p:cNvPr id="414" name="Google Shape;414;p64"/>
          <p:cNvSpPr txBox="1"/>
          <p:nvPr/>
        </p:nvSpPr>
        <p:spPr>
          <a:xfrm>
            <a:off x="449850" y="936575"/>
            <a:ext cx="5003100" cy="4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  <a:latin typeface="Barlow Light"/>
                <a:ea typeface="Barlow Light"/>
                <a:cs typeface="Barlow Light"/>
                <a:sym typeface="Barlow Light"/>
              </a:rPr>
              <a:t>Take the last column</a:t>
            </a:r>
            <a:endParaRPr sz="1900" b="1">
              <a:solidFill>
                <a:schemeClr val="l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15" name="Google Shape;415;p64"/>
          <p:cNvSpPr txBox="1">
            <a:spLocks noGrp="1"/>
          </p:cNvSpPr>
          <p:nvPr>
            <p:ph type="title"/>
          </p:nvPr>
        </p:nvSpPr>
        <p:spPr>
          <a:xfrm>
            <a:off x="723850" y="1584825"/>
            <a:ext cx="2541000" cy="308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latin typeface="Courier New"/>
                <a:ea typeface="Courier New"/>
                <a:cs typeface="Courier New"/>
                <a:sym typeface="Courier New"/>
              </a:rPr>
              <a:t>$banan</a:t>
            </a:r>
            <a:r>
              <a:rPr lang="en" sz="2600" b="1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endParaRPr sz="26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latin typeface="Courier New"/>
                <a:ea typeface="Courier New"/>
                <a:cs typeface="Courier New"/>
                <a:sym typeface="Courier New"/>
              </a:rPr>
              <a:t>a$bana</a:t>
            </a:r>
            <a:r>
              <a:rPr lang="en" sz="2600" b="1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n</a:t>
            </a:r>
            <a:endParaRPr sz="2600" b="1">
              <a:highlight>
                <a:srgbClr val="FF202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latin typeface="Courier New"/>
                <a:ea typeface="Courier New"/>
                <a:cs typeface="Courier New"/>
                <a:sym typeface="Courier New"/>
              </a:rPr>
              <a:t>ana$ba</a:t>
            </a:r>
            <a:r>
              <a:rPr lang="en" sz="2600" b="1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n</a:t>
            </a:r>
            <a:endParaRPr sz="26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latin typeface="Courier New"/>
                <a:ea typeface="Courier New"/>
                <a:cs typeface="Courier New"/>
                <a:sym typeface="Courier New"/>
              </a:rPr>
              <a:t>anana$</a:t>
            </a:r>
            <a:r>
              <a:rPr lang="en" sz="2600" b="1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b</a:t>
            </a:r>
            <a:endParaRPr sz="26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latin typeface="Courier New"/>
                <a:ea typeface="Courier New"/>
                <a:cs typeface="Courier New"/>
                <a:sym typeface="Courier New"/>
              </a:rPr>
              <a:t>banana</a:t>
            </a:r>
            <a:r>
              <a:rPr lang="en" sz="2600" b="1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$</a:t>
            </a:r>
            <a:endParaRPr sz="26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latin typeface="Courier New"/>
                <a:ea typeface="Courier New"/>
                <a:cs typeface="Courier New"/>
                <a:sym typeface="Courier New"/>
              </a:rPr>
              <a:t>na$ban</a:t>
            </a:r>
            <a:r>
              <a:rPr lang="en" sz="2600" b="1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endParaRPr sz="26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latin typeface="Courier New"/>
                <a:ea typeface="Courier New"/>
                <a:cs typeface="Courier New"/>
                <a:sym typeface="Courier New"/>
              </a:rPr>
              <a:t>nana$b</a:t>
            </a:r>
            <a:r>
              <a:rPr lang="en" sz="2600" b="1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endParaRPr sz="2600"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16" name="Google Shape;416;p64"/>
          <p:cNvSpPr txBox="1"/>
          <p:nvPr/>
        </p:nvSpPr>
        <p:spPr>
          <a:xfrm>
            <a:off x="3054250" y="1962175"/>
            <a:ext cx="2681400" cy="5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2"/>
                </a:solidFill>
                <a:latin typeface="Barlow Light"/>
                <a:ea typeface="Barlow Light"/>
                <a:cs typeface="Barlow Light"/>
                <a:sym typeface="Barlow Light"/>
              </a:rPr>
              <a:t>Output: </a:t>
            </a:r>
            <a:endParaRPr sz="2000" b="1">
              <a:solidFill>
                <a:schemeClr val="l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pic>
        <p:nvPicPr>
          <p:cNvPr id="417" name="Google Shape;417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3338241" flipH="1">
            <a:off x="7002650" y="3043578"/>
            <a:ext cx="2302198" cy="1158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65"/>
          <p:cNvSpPr txBox="1">
            <a:spLocks noGrp="1"/>
          </p:cNvSpPr>
          <p:nvPr>
            <p:ph type="subTitle" idx="1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Why This Works</a:t>
            </a:r>
            <a:endParaRPr sz="2400"/>
          </a:p>
        </p:txBody>
      </p:sp>
      <p:sp>
        <p:nvSpPr>
          <p:cNvPr id="423" name="Google Shape;423;p65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sp>
        <p:nvSpPr>
          <p:cNvPr id="424" name="Google Shape;424;p65"/>
          <p:cNvSpPr txBox="1"/>
          <p:nvPr/>
        </p:nvSpPr>
        <p:spPr>
          <a:xfrm>
            <a:off x="3062175" y="1273625"/>
            <a:ext cx="5729100" cy="3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Font typeface="Barlow Light"/>
              <a:buChar char="-"/>
            </a:pPr>
            <a:r>
              <a:rPr lang="en" sz="1900">
                <a:solidFill>
                  <a:schemeClr val="lt2"/>
                </a:solidFill>
                <a:latin typeface="Barlow Light"/>
                <a:ea typeface="Barlow Light"/>
                <a:cs typeface="Barlow Light"/>
                <a:sym typeface="Barlow Light"/>
              </a:rPr>
              <a:t>Sorting groups patterns together </a:t>
            </a:r>
            <a:endParaRPr sz="1900">
              <a:solidFill>
                <a:schemeClr val="lt2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914400" lvl="1" indent="-34925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Font typeface="Barlow Light"/>
              <a:buChar char="-"/>
            </a:pPr>
            <a:r>
              <a:rPr lang="en" sz="1900">
                <a:solidFill>
                  <a:schemeClr val="lt2"/>
                </a:solidFill>
                <a:latin typeface="Barlow Light"/>
                <a:ea typeface="Barlow Light"/>
                <a:cs typeface="Barlow Light"/>
                <a:sym typeface="Barlow Light"/>
              </a:rPr>
              <a:t>One </a:t>
            </a:r>
            <a:r>
              <a:rPr lang="en" sz="2400" b="1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na</a:t>
            </a:r>
            <a:r>
              <a:rPr lang="en" sz="1700">
                <a:solidFill>
                  <a:schemeClr val="lt2"/>
                </a:solidFill>
                <a:latin typeface="Barlow Light"/>
                <a:ea typeface="Barlow Light"/>
                <a:cs typeface="Barlow Light"/>
                <a:sym typeface="Barlow Light"/>
              </a:rPr>
              <a:t> </a:t>
            </a:r>
            <a:r>
              <a:rPr lang="en" sz="1900">
                <a:solidFill>
                  <a:schemeClr val="lt2"/>
                </a:solidFill>
                <a:latin typeface="Barlow Light"/>
                <a:ea typeface="Barlow Light"/>
                <a:cs typeface="Barlow Light"/>
                <a:sym typeface="Barlow Light"/>
              </a:rPr>
              <a:t>is next to another </a:t>
            </a:r>
            <a:r>
              <a:rPr lang="en" sz="2400" b="1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na</a:t>
            </a:r>
            <a:endParaRPr sz="1900">
              <a:solidFill>
                <a:schemeClr val="lt2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Font typeface="Barlow Light"/>
              <a:buChar char="-"/>
            </a:pPr>
            <a:r>
              <a:rPr lang="en" sz="1900">
                <a:solidFill>
                  <a:schemeClr val="lt2"/>
                </a:solidFill>
                <a:latin typeface="Barlow Light"/>
                <a:ea typeface="Barlow Light"/>
                <a:cs typeface="Barlow Light"/>
                <a:sym typeface="Barlow Light"/>
              </a:rPr>
              <a:t>Preceding characters are often the same</a:t>
            </a:r>
            <a:endParaRPr sz="1900">
              <a:solidFill>
                <a:schemeClr val="lt2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914400" lvl="1" indent="-34925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Font typeface="Barlow Light"/>
              <a:buChar char="-"/>
            </a:pPr>
            <a:r>
              <a:rPr lang="en" sz="2400" b="1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" sz="1900">
                <a:solidFill>
                  <a:schemeClr val="lt2"/>
                </a:solidFill>
                <a:latin typeface="Barlow Light"/>
                <a:ea typeface="Barlow Light"/>
                <a:cs typeface="Barlow Light"/>
                <a:sym typeface="Barlow Light"/>
              </a:rPr>
              <a:t> comes before </a:t>
            </a:r>
            <a:r>
              <a:rPr lang="en" sz="2400" b="1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na</a:t>
            </a:r>
            <a:r>
              <a:rPr lang="en" sz="1900">
                <a:solidFill>
                  <a:schemeClr val="lt2"/>
                </a:solidFill>
                <a:latin typeface="Barlow Light"/>
                <a:ea typeface="Barlow Light"/>
                <a:cs typeface="Barlow Light"/>
                <a:sym typeface="Barlow Light"/>
              </a:rPr>
              <a:t> every time</a:t>
            </a:r>
            <a:endParaRPr sz="1900">
              <a:solidFill>
                <a:schemeClr val="lt2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solidFill>
                <a:schemeClr val="lt2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2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2"/>
                </a:solidFill>
                <a:latin typeface="Barlow Light"/>
                <a:ea typeface="Barlow Light"/>
                <a:cs typeface="Barlow Light"/>
                <a:sym typeface="Barlow Light"/>
              </a:rPr>
              <a:t>Consider: a long passage where the most common word is “</a:t>
            </a:r>
            <a:r>
              <a:rPr lang="en" sz="1600" b="1">
                <a:solidFill>
                  <a:schemeClr val="lt2"/>
                </a:solidFill>
                <a:latin typeface="Barlow"/>
                <a:ea typeface="Barlow"/>
                <a:cs typeface="Barlow"/>
                <a:sym typeface="Barlow"/>
              </a:rPr>
              <a:t>the</a:t>
            </a:r>
            <a:r>
              <a:rPr lang="en" sz="1600">
                <a:solidFill>
                  <a:schemeClr val="lt2"/>
                </a:solidFill>
                <a:latin typeface="Barlow Light"/>
                <a:ea typeface="Barlow Light"/>
                <a:cs typeface="Barlow Light"/>
                <a:sym typeface="Barlow Light"/>
              </a:rPr>
              <a:t>”</a:t>
            </a:r>
            <a:endParaRPr sz="1600">
              <a:solidFill>
                <a:schemeClr val="lt2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425" name="Google Shape;425;p65"/>
          <p:cNvSpPr txBox="1">
            <a:spLocks noGrp="1"/>
          </p:cNvSpPr>
          <p:nvPr>
            <p:ph type="title"/>
          </p:nvPr>
        </p:nvSpPr>
        <p:spPr>
          <a:xfrm>
            <a:off x="723850" y="1584825"/>
            <a:ext cx="2541000" cy="308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latin typeface="Courier New"/>
                <a:ea typeface="Courier New"/>
                <a:cs typeface="Courier New"/>
                <a:sym typeface="Courier New"/>
              </a:rPr>
              <a:t>$banan</a:t>
            </a:r>
            <a:r>
              <a:rPr lang="en" sz="2600" b="1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endParaRPr sz="26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latin typeface="Courier New"/>
                <a:ea typeface="Courier New"/>
                <a:cs typeface="Courier New"/>
                <a:sym typeface="Courier New"/>
              </a:rPr>
              <a:t>a$bana</a:t>
            </a:r>
            <a:r>
              <a:rPr lang="en" sz="2600" b="1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n</a:t>
            </a:r>
            <a:endParaRPr sz="2600" b="1">
              <a:highlight>
                <a:srgbClr val="FF202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latin typeface="Courier New"/>
                <a:ea typeface="Courier New"/>
                <a:cs typeface="Courier New"/>
                <a:sym typeface="Courier New"/>
              </a:rPr>
              <a:t>ana$ba</a:t>
            </a:r>
            <a:r>
              <a:rPr lang="en" sz="2600" b="1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n</a:t>
            </a:r>
            <a:endParaRPr sz="26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latin typeface="Courier New"/>
                <a:ea typeface="Courier New"/>
                <a:cs typeface="Courier New"/>
                <a:sym typeface="Courier New"/>
              </a:rPr>
              <a:t>anana$</a:t>
            </a:r>
            <a:r>
              <a:rPr lang="en" sz="2600" b="1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b</a:t>
            </a:r>
            <a:endParaRPr sz="26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latin typeface="Courier New"/>
                <a:ea typeface="Courier New"/>
                <a:cs typeface="Courier New"/>
                <a:sym typeface="Courier New"/>
              </a:rPr>
              <a:t>banana</a:t>
            </a:r>
            <a:r>
              <a:rPr lang="en" sz="2600" b="1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$</a:t>
            </a:r>
            <a:endParaRPr sz="26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latin typeface="Courier New"/>
                <a:ea typeface="Courier New"/>
                <a:cs typeface="Courier New"/>
                <a:sym typeface="Courier New"/>
              </a:rPr>
              <a:t>na$ban</a:t>
            </a:r>
            <a:r>
              <a:rPr lang="en" sz="2600" b="1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endParaRPr sz="26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latin typeface="Courier New"/>
                <a:ea typeface="Courier New"/>
                <a:cs typeface="Courier New"/>
                <a:sym typeface="Courier New"/>
              </a:rPr>
              <a:t>nana$b</a:t>
            </a:r>
            <a:r>
              <a:rPr lang="en" sz="2600" b="1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endParaRPr sz="2600" b="1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66"/>
          <p:cNvSpPr txBox="1">
            <a:spLocks noGrp="1"/>
          </p:cNvSpPr>
          <p:nvPr>
            <p:ph type="subTitle" idx="1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Applications</a:t>
            </a:r>
            <a:endParaRPr sz="2400"/>
          </a:p>
        </p:txBody>
      </p:sp>
      <p:sp>
        <p:nvSpPr>
          <p:cNvPr id="431" name="Google Shape;431;p66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sp>
        <p:nvSpPr>
          <p:cNvPr id="432" name="Google Shape;432;p66"/>
          <p:cNvSpPr txBox="1"/>
          <p:nvPr/>
        </p:nvSpPr>
        <p:spPr>
          <a:xfrm>
            <a:off x="526675" y="912125"/>
            <a:ext cx="3381900" cy="3564600"/>
          </a:xfrm>
          <a:prstGeom prst="rect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Compression</a:t>
            </a:r>
            <a:endParaRPr sz="1500" b="1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rlow Light"/>
              <a:buChar char="●"/>
            </a:pPr>
            <a:r>
              <a:rPr lang="en"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Preprocessing </a:t>
            </a: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rlow Light"/>
              <a:buChar char="●"/>
            </a:pPr>
            <a:r>
              <a:rPr lang="en"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Produces Runs </a:t>
            </a:r>
            <a:r>
              <a:rPr lang="en" sz="12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(Run Length Encoding)</a:t>
            </a: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914400" lvl="1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rlow Light"/>
              <a:buChar char="○"/>
            </a:pPr>
            <a:r>
              <a:rPr lang="en"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AAAAAAA -&gt; 7A</a:t>
            </a: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rlow Light"/>
              <a:buChar char="●"/>
            </a:pPr>
            <a:r>
              <a:rPr lang="en"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Reversible</a:t>
            </a: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rlow Light"/>
              <a:buChar char="●"/>
            </a:pPr>
            <a:r>
              <a:rPr lang="en"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Used in bzip2</a:t>
            </a: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433" name="Google Shape;433;p66"/>
          <p:cNvSpPr txBox="1"/>
          <p:nvPr/>
        </p:nvSpPr>
        <p:spPr>
          <a:xfrm>
            <a:off x="5445825" y="912125"/>
            <a:ext cx="3174300" cy="15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434" name="Google Shape;434;p66"/>
          <p:cNvSpPr txBox="1"/>
          <p:nvPr/>
        </p:nvSpPr>
        <p:spPr>
          <a:xfrm>
            <a:off x="4808825" y="912125"/>
            <a:ext cx="3381900" cy="3564600"/>
          </a:xfrm>
          <a:prstGeom prst="rect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Genome Sequencing</a:t>
            </a:r>
            <a:endParaRPr sz="1500" b="1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rlow Light"/>
              <a:buChar char="●"/>
            </a:pPr>
            <a:r>
              <a:rPr lang="en"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Billions character long string</a:t>
            </a: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rlow Light"/>
              <a:buChar char="●"/>
            </a:pPr>
            <a:r>
              <a:rPr lang="en"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Need to match section</a:t>
            </a: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rlow Light"/>
              <a:buChar char="●"/>
            </a:pPr>
            <a:r>
              <a:rPr lang="en"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BWT allows searching efficiently</a:t>
            </a: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rlow Light"/>
              <a:buChar char="●"/>
            </a:pPr>
            <a:r>
              <a:rPr lang="en"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Clusters patterns</a:t>
            </a: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67"/>
          <p:cNvSpPr txBox="1">
            <a:spLocks noGrp="1"/>
          </p:cNvSpPr>
          <p:nvPr>
            <p:ph type="subTitle" idx="1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Application: Compression</a:t>
            </a:r>
            <a:endParaRPr/>
          </a:p>
        </p:txBody>
      </p:sp>
      <p:sp>
        <p:nvSpPr>
          <p:cNvPr id="441" name="Google Shape;441;p67"/>
          <p:cNvSpPr txBox="1">
            <a:spLocks noGrp="1"/>
          </p:cNvSpPr>
          <p:nvPr>
            <p:ph type="body" idx="5"/>
          </p:nvPr>
        </p:nvSpPr>
        <p:spPr>
          <a:xfrm>
            <a:off x="84000" y="1941575"/>
            <a:ext cx="8892230" cy="33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CBABACACBBACABBACCCABACBABBACBACCBCBCABABBACACBCBABBACABACBBACABBCBCACABBACBBCBACABBACBCAAC</a:t>
            </a:r>
            <a:endParaRPr sz="1200"/>
          </a:p>
        </p:txBody>
      </p:sp>
      <p:sp>
        <p:nvSpPr>
          <p:cNvPr id="442" name="Google Shape;442;p67"/>
          <p:cNvSpPr txBox="1">
            <a:spLocks noGrp="1"/>
          </p:cNvSpPr>
          <p:nvPr>
            <p:ph type="body" idx="5"/>
          </p:nvPr>
        </p:nvSpPr>
        <p:spPr>
          <a:xfrm>
            <a:off x="28860" y="3234125"/>
            <a:ext cx="9002291" cy="33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highlight>
                  <a:srgbClr val="FF2020"/>
                </a:highlight>
              </a:rPr>
              <a:t>CCC</a:t>
            </a:r>
            <a:r>
              <a:rPr lang="en" sz="1200"/>
              <a:t>B</a:t>
            </a:r>
            <a:r>
              <a:rPr lang="en" sz="1200">
                <a:highlight>
                  <a:srgbClr val="FF2020"/>
                </a:highlight>
              </a:rPr>
              <a:t>CC</a:t>
            </a:r>
            <a:r>
              <a:rPr lang="en" sz="1200">
                <a:highlight>
                  <a:schemeClr val="accent3"/>
                </a:highlight>
              </a:rPr>
              <a:t>BBB</a:t>
            </a:r>
            <a:r>
              <a:rPr lang="en" sz="1200">
                <a:highlight>
                  <a:srgbClr val="FF2020"/>
                </a:highlight>
              </a:rPr>
              <a:t>CCCC</a:t>
            </a:r>
            <a:r>
              <a:rPr lang="en" sz="1200"/>
              <a:t>ABC</a:t>
            </a:r>
            <a:r>
              <a:rPr lang="en" sz="1200">
                <a:highlight>
                  <a:schemeClr val="accent3"/>
                </a:highlight>
              </a:rPr>
              <a:t>BBBBBBB</a:t>
            </a:r>
            <a:r>
              <a:rPr lang="en" sz="1200"/>
              <a:t>C</a:t>
            </a:r>
            <a:r>
              <a:rPr lang="en" sz="1200">
                <a:highlight>
                  <a:schemeClr val="accent3"/>
                </a:highlight>
              </a:rPr>
              <a:t>BBB</a:t>
            </a:r>
            <a:r>
              <a:rPr lang="en" sz="1200"/>
              <a:t>C</a:t>
            </a:r>
            <a:r>
              <a:rPr lang="en" sz="1200">
                <a:highlight>
                  <a:schemeClr val="accent3"/>
                </a:highlight>
              </a:rPr>
              <a:t>BB</a:t>
            </a:r>
            <a:r>
              <a:rPr lang="en" sz="1200">
                <a:highlight>
                  <a:srgbClr val="FF2020"/>
                </a:highlight>
              </a:rPr>
              <a:t>CC</a:t>
            </a:r>
            <a:r>
              <a:rPr lang="en" sz="1200"/>
              <a:t>ACBC</a:t>
            </a:r>
            <a:r>
              <a:rPr lang="en" sz="1200">
                <a:highlight>
                  <a:schemeClr val="accent3"/>
                </a:highlight>
              </a:rPr>
              <a:t>BB</a:t>
            </a:r>
            <a:r>
              <a:rPr lang="en" sz="1200"/>
              <a:t>ABABA</a:t>
            </a:r>
            <a:r>
              <a:rPr lang="en" sz="1200">
                <a:highlight>
                  <a:schemeClr val="accent3"/>
                </a:highlight>
              </a:rPr>
              <a:t>BB</a:t>
            </a:r>
            <a:r>
              <a:rPr lang="en" sz="1200"/>
              <a:t>CBA</a:t>
            </a:r>
            <a:r>
              <a:rPr lang="en" sz="1200">
                <a:highlight>
                  <a:srgbClr val="FF2020"/>
                </a:highlight>
              </a:rPr>
              <a:t>CC</a:t>
            </a:r>
            <a:r>
              <a:rPr lang="en" sz="1200">
                <a:highlight>
                  <a:srgbClr val="51E851"/>
                </a:highlight>
              </a:rPr>
              <a:t>AAAAA</a:t>
            </a:r>
            <a:r>
              <a:rPr lang="en" sz="1200"/>
              <a:t>CA</a:t>
            </a:r>
            <a:r>
              <a:rPr lang="en" sz="1200">
                <a:highlight>
                  <a:srgbClr val="FF2020"/>
                </a:highlight>
              </a:rPr>
              <a:t>CCCC</a:t>
            </a:r>
            <a:r>
              <a:rPr lang="en" sz="1200"/>
              <a:t>BCBA</a:t>
            </a:r>
            <a:r>
              <a:rPr lang="en" sz="1200">
                <a:highlight>
                  <a:schemeClr val="accent3"/>
                </a:highlight>
              </a:rPr>
              <a:t>BB</a:t>
            </a:r>
            <a:r>
              <a:rPr lang="en" sz="1200"/>
              <a:t>C</a:t>
            </a:r>
            <a:r>
              <a:rPr lang="en" sz="1200">
                <a:highlight>
                  <a:srgbClr val="51E851"/>
                </a:highlight>
              </a:rPr>
              <a:t>AAAAA</a:t>
            </a:r>
            <a:r>
              <a:rPr lang="en" sz="1200"/>
              <a:t>B</a:t>
            </a:r>
            <a:r>
              <a:rPr lang="en" sz="1200">
                <a:highlight>
                  <a:srgbClr val="51E851"/>
                </a:highlight>
              </a:rPr>
              <a:t>AA</a:t>
            </a:r>
            <a:r>
              <a:rPr lang="en" sz="1200"/>
              <a:t>$BAB</a:t>
            </a:r>
            <a:r>
              <a:rPr lang="en" sz="1200">
                <a:highlight>
                  <a:srgbClr val="51E851"/>
                </a:highlight>
              </a:rPr>
              <a:t>AAAAA</a:t>
            </a:r>
            <a:r>
              <a:rPr lang="en" sz="1200">
                <a:highlight>
                  <a:srgbClr val="0000FF"/>
                </a:highlight>
              </a:rPr>
              <a:t>BB</a:t>
            </a:r>
            <a:r>
              <a:rPr lang="en" sz="1200"/>
              <a:t>A</a:t>
            </a:r>
            <a:r>
              <a:rPr lang="en" sz="1200">
                <a:highlight>
                  <a:srgbClr val="FF2020"/>
                </a:highlight>
              </a:rPr>
              <a:t>CC</a:t>
            </a:r>
            <a:r>
              <a:rPr lang="en" sz="1200">
                <a:highlight>
                  <a:srgbClr val="51E851"/>
                </a:highlight>
              </a:rPr>
              <a:t>AA</a:t>
            </a:r>
            <a:endParaRPr sz="1200">
              <a:highlight>
                <a:srgbClr val="51E85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cxnSp>
        <p:nvCxnSpPr>
          <p:cNvPr id="443" name="Google Shape;443;p67"/>
          <p:cNvCxnSpPr>
            <a:stCxn id="441" idx="2"/>
            <a:endCxn id="442" idx="0"/>
          </p:cNvCxnSpPr>
          <p:nvPr/>
        </p:nvCxnSpPr>
        <p:spPr>
          <a:xfrm flipH="1">
            <a:off x="4530006" y="2278775"/>
            <a:ext cx="109" cy="955350"/>
          </a:xfrm>
          <a:prstGeom prst="straightConnector1">
            <a:avLst/>
          </a:prstGeom>
          <a:noFill/>
          <a:ln w="9525" cap="flat" cmpd="sng">
            <a:solidFill>
              <a:srgbClr val="FF202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68"/>
          <p:cNvSpPr txBox="1">
            <a:spLocks noGrp="1"/>
          </p:cNvSpPr>
          <p:nvPr>
            <p:ph type="subTitle" idx="1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Decoding</a:t>
            </a:r>
            <a:endParaRPr sz="2400"/>
          </a:p>
        </p:txBody>
      </p:sp>
      <p:sp>
        <p:nvSpPr>
          <p:cNvPr id="449" name="Google Shape;449;p68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sp>
        <p:nvSpPr>
          <p:cNvPr id="450" name="Google Shape;450;p68"/>
          <p:cNvSpPr txBox="1"/>
          <p:nvPr/>
        </p:nvSpPr>
        <p:spPr>
          <a:xfrm>
            <a:off x="449850" y="936575"/>
            <a:ext cx="5003100" cy="4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  <a:latin typeface="Barlow Light"/>
                <a:ea typeface="Barlow Light"/>
                <a:cs typeface="Barlow Light"/>
                <a:sym typeface="Barlow Light"/>
              </a:rPr>
              <a:t>Start with annb$aa as last column</a:t>
            </a:r>
            <a:endParaRPr sz="1900" b="1">
              <a:solidFill>
                <a:schemeClr val="l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pic>
        <p:nvPicPr>
          <p:cNvPr id="451" name="Google Shape;451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3338241" flipH="1">
            <a:off x="7002650" y="3043578"/>
            <a:ext cx="2302198" cy="1158274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68"/>
          <p:cNvSpPr txBox="1">
            <a:spLocks noGrp="1"/>
          </p:cNvSpPr>
          <p:nvPr>
            <p:ph type="title"/>
          </p:nvPr>
        </p:nvSpPr>
        <p:spPr>
          <a:xfrm>
            <a:off x="2310925" y="1493416"/>
            <a:ext cx="2541000" cy="308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rgbClr val="0A0120"/>
                </a:solidFill>
                <a:highlight>
                  <a:srgbClr val="0A0120"/>
                </a:highlight>
                <a:latin typeface="Courier New"/>
                <a:ea typeface="Courier New"/>
                <a:cs typeface="Courier New"/>
                <a:sym typeface="Courier New"/>
              </a:rPr>
              <a:t>$banan</a:t>
            </a:r>
            <a:r>
              <a:rPr lang="en" sz="3200" b="1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endParaRPr sz="32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rgbClr val="0A0120"/>
                </a:solidFill>
                <a:highlight>
                  <a:srgbClr val="0A0120"/>
                </a:highlight>
                <a:latin typeface="Courier New"/>
                <a:ea typeface="Courier New"/>
                <a:cs typeface="Courier New"/>
                <a:sym typeface="Courier New"/>
              </a:rPr>
              <a:t>a$bana</a:t>
            </a:r>
            <a:r>
              <a:rPr lang="en" sz="3200" b="1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n</a:t>
            </a:r>
            <a:endParaRPr sz="3200" b="1">
              <a:highlight>
                <a:srgbClr val="FF202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rgbClr val="0A0120"/>
                </a:solidFill>
                <a:highlight>
                  <a:srgbClr val="0A0120"/>
                </a:highlight>
                <a:latin typeface="Courier New"/>
                <a:ea typeface="Courier New"/>
                <a:cs typeface="Courier New"/>
                <a:sym typeface="Courier New"/>
              </a:rPr>
              <a:t>ana$ba</a:t>
            </a:r>
            <a:r>
              <a:rPr lang="en" sz="3200" b="1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n</a:t>
            </a:r>
            <a:endParaRPr sz="32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rgbClr val="0A0120"/>
                </a:solidFill>
                <a:highlight>
                  <a:srgbClr val="0A0120"/>
                </a:highlight>
                <a:latin typeface="Courier New"/>
                <a:ea typeface="Courier New"/>
                <a:cs typeface="Courier New"/>
                <a:sym typeface="Courier New"/>
              </a:rPr>
              <a:t>anana$</a:t>
            </a:r>
            <a:r>
              <a:rPr lang="en" sz="3200" b="1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b</a:t>
            </a:r>
            <a:endParaRPr sz="32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rgbClr val="0A0120"/>
                </a:solidFill>
                <a:highlight>
                  <a:srgbClr val="0A0120"/>
                </a:highlight>
                <a:latin typeface="Courier New"/>
                <a:ea typeface="Courier New"/>
                <a:cs typeface="Courier New"/>
                <a:sym typeface="Courier New"/>
              </a:rPr>
              <a:t>banana</a:t>
            </a:r>
            <a:r>
              <a:rPr lang="en" sz="3200" b="1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$</a:t>
            </a:r>
            <a:endParaRPr sz="32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rgbClr val="0A0120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n" sz="3200" b="1">
                <a:solidFill>
                  <a:srgbClr val="0A0120"/>
                </a:solidFill>
                <a:highlight>
                  <a:srgbClr val="0A0120"/>
                </a:highlight>
                <a:latin typeface="Courier New"/>
                <a:ea typeface="Courier New"/>
                <a:cs typeface="Courier New"/>
                <a:sym typeface="Courier New"/>
              </a:rPr>
              <a:t>a$ban</a:t>
            </a:r>
            <a:r>
              <a:rPr lang="en" sz="3200" b="1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endParaRPr sz="32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rgbClr val="0A0120"/>
                </a:solidFill>
                <a:latin typeface="Courier New"/>
                <a:ea typeface="Courier New"/>
                <a:cs typeface="Courier New"/>
                <a:sym typeface="Courier New"/>
              </a:rPr>
              <a:t>nana$b</a:t>
            </a:r>
            <a:r>
              <a:rPr lang="en" sz="3200" b="1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endParaRPr sz="3200"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53" name="Google Shape;453;p68"/>
          <p:cNvSpPr txBox="1">
            <a:spLocks noGrp="1"/>
          </p:cNvSpPr>
          <p:nvPr>
            <p:ph type="title"/>
          </p:nvPr>
        </p:nvSpPr>
        <p:spPr>
          <a:xfrm>
            <a:off x="4990350" y="1179175"/>
            <a:ext cx="2371500" cy="7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latin typeface="Courier New"/>
                <a:ea typeface="Courier New"/>
                <a:cs typeface="Courier New"/>
                <a:sym typeface="Courier New"/>
              </a:rPr>
              <a:t>annb$aa</a:t>
            </a:r>
            <a:endParaRPr sz="2600"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454" name="Google Shape;454;p68"/>
          <p:cNvCxnSpPr/>
          <p:nvPr/>
        </p:nvCxnSpPr>
        <p:spPr>
          <a:xfrm flipH="1">
            <a:off x="4515175" y="1759700"/>
            <a:ext cx="988800" cy="1254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69"/>
          <p:cNvSpPr txBox="1">
            <a:spLocks noGrp="1"/>
          </p:cNvSpPr>
          <p:nvPr>
            <p:ph type="subTitle" idx="1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Decoding</a:t>
            </a:r>
            <a:endParaRPr sz="2400"/>
          </a:p>
        </p:txBody>
      </p:sp>
      <p:sp>
        <p:nvSpPr>
          <p:cNvPr id="460" name="Google Shape;460;p69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  <p:sp>
        <p:nvSpPr>
          <p:cNvPr id="461" name="Google Shape;461;p69"/>
          <p:cNvSpPr txBox="1"/>
          <p:nvPr/>
        </p:nvSpPr>
        <p:spPr>
          <a:xfrm>
            <a:off x="449850" y="936575"/>
            <a:ext cx="5003100" cy="4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  <a:latin typeface="Barlow Light"/>
                <a:ea typeface="Barlow Light"/>
                <a:cs typeface="Barlow Light"/>
                <a:sym typeface="Barlow Light"/>
              </a:rPr>
              <a:t>Sort</a:t>
            </a:r>
            <a:endParaRPr sz="1900" b="1">
              <a:solidFill>
                <a:schemeClr val="l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pic>
        <p:nvPicPr>
          <p:cNvPr id="462" name="Google Shape;462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3338241" flipH="1">
            <a:off x="7002650" y="3043578"/>
            <a:ext cx="2302198" cy="1158274"/>
          </a:xfrm>
          <a:prstGeom prst="rect">
            <a:avLst/>
          </a:prstGeom>
          <a:noFill/>
          <a:ln>
            <a:noFill/>
          </a:ln>
        </p:spPr>
      </p:pic>
      <p:sp>
        <p:nvSpPr>
          <p:cNvPr id="463" name="Google Shape;463;p69"/>
          <p:cNvSpPr txBox="1">
            <a:spLocks noGrp="1"/>
          </p:cNvSpPr>
          <p:nvPr>
            <p:ph type="title"/>
          </p:nvPr>
        </p:nvSpPr>
        <p:spPr>
          <a:xfrm>
            <a:off x="2310925" y="1493416"/>
            <a:ext cx="2541000" cy="308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rgbClr val="0A0120"/>
                </a:solidFill>
                <a:highlight>
                  <a:srgbClr val="0A0120"/>
                </a:highlight>
                <a:latin typeface="Courier New"/>
                <a:ea typeface="Courier New"/>
                <a:cs typeface="Courier New"/>
                <a:sym typeface="Courier New"/>
              </a:rPr>
              <a:t>$banan</a:t>
            </a:r>
            <a:r>
              <a:rPr lang="en" sz="3200" b="1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$</a:t>
            </a:r>
            <a:endParaRPr sz="32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rgbClr val="0A0120"/>
                </a:solidFill>
                <a:highlight>
                  <a:srgbClr val="0A0120"/>
                </a:highlight>
                <a:latin typeface="Courier New"/>
                <a:ea typeface="Courier New"/>
                <a:cs typeface="Courier New"/>
                <a:sym typeface="Courier New"/>
              </a:rPr>
              <a:t>a$bana</a:t>
            </a:r>
            <a:r>
              <a:rPr lang="en" sz="3200" b="1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endParaRPr sz="3200" b="1">
              <a:highlight>
                <a:srgbClr val="FF202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rgbClr val="0A0120"/>
                </a:solidFill>
                <a:highlight>
                  <a:srgbClr val="0A0120"/>
                </a:highlight>
                <a:latin typeface="Courier New"/>
                <a:ea typeface="Courier New"/>
                <a:cs typeface="Courier New"/>
                <a:sym typeface="Courier New"/>
              </a:rPr>
              <a:t>ana$ba</a:t>
            </a:r>
            <a:r>
              <a:rPr lang="en" sz="3200" b="1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endParaRPr sz="32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rgbClr val="0A0120"/>
                </a:solidFill>
                <a:highlight>
                  <a:srgbClr val="0A0120"/>
                </a:highlight>
                <a:latin typeface="Courier New"/>
                <a:ea typeface="Courier New"/>
                <a:cs typeface="Courier New"/>
                <a:sym typeface="Courier New"/>
              </a:rPr>
              <a:t>anana$</a:t>
            </a:r>
            <a:r>
              <a:rPr lang="en" sz="3200" b="1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endParaRPr sz="32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rgbClr val="0A0120"/>
                </a:solidFill>
                <a:highlight>
                  <a:srgbClr val="0A0120"/>
                </a:highlight>
                <a:latin typeface="Courier New"/>
                <a:ea typeface="Courier New"/>
                <a:cs typeface="Courier New"/>
                <a:sym typeface="Courier New"/>
              </a:rPr>
              <a:t>banana</a:t>
            </a:r>
            <a:r>
              <a:rPr lang="en" sz="3200" b="1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b</a:t>
            </a:r>
            <a:endParaRPr sz="32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rgbClr val="0A0120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n" sz="3200" b="1">
                <a:solidFill>
                  <a:srgbClr val="0A0120"/>
                </a:solidFill>
                <a:highlight>
                  <a:srgbClr val="0A0120"/>
                </a:highlight>
                <a:latin typeface="Courier New"/>
                <a:ea typeface="Courier New"/>
                <a:cs typeface="Courier New"/>
                <a:sym typeface="Courier New"/>
              </a:rPr>
              <a:t>a$ban</a:t>
            </a:r>
            <a:r>
              <a:rPr lang="en" sz="3200" b="1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n</a:t>
            </a:r>
            <a:endParaRPr sz="32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rgbClr val="0A0120"/>
                </a:solidFill>
                <a:latin typeface="Courier New"/>
                <a:ea typeface="Courier New"/>
                <a:cs typeface="Courier New"/>
                <a:sym typeface="Courier New"/>
              </a:rPr>
              <a:t>nana$b</a:t>
            </a:r>
            <a:r>
              <a:rPr lang="en" sz="3200" b="1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n</a:t>
            </a:r>
            <a:endParaRPr sz="3200" b="1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70"/>
          <p:cNvSpPr txBox="1">
            <a:spLocks noGrp="1"/>
          </p:cNvSpPr>
          <p:nvPr>
            <p:ph type="subTitle" idx="1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Decoding</a:t>
            </a:r>
            <a:endParaRPr sz="2400"/>
          </a:p>
        </p:txBody>
      </p:sp>
      <p:sp>
        <p:nvSpPr>
          <p:cNvPr id="469" name="Google Shape;469;p70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  <p:sp>
        <p:nvSpPr>
          <p:cNvPr id="470" name="Google Shape;470;p70"/>
          <p:cNvSpPr txBox="1"/>
          <p:nvPr/>
        </p:nvSpPr>
        <p:spPr>
          <a:xfrm>
            <a:off x="449850" y="936575"/>
            <a:ext cx="5003100" cy="4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  <a:latin typeface="Barlow Light"/>
                <a:ea typeface="Barlow Light"/>
                <a:cs typeface="Barlow Light"/>
                <a:sym typeface="Barlow Light"/>
              </a:rPr>
              <a:t>Prepend annb$aa as column</a:t>
            </a:r>
            <a:endParaRPr sz="1900">
              <a:solidFill>
                <a:schemeClr val="lt2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pic>
        <p:nvPicPr>
          <p:cNvPr id="471" name="Google Shape;471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3338241" flipH="1">
            <a:off x="7002650" y="3043578"/>
            <a:ext cx="2302198" cy="1158274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p70"/>
          <p:cNvSpPr txBox="1">
            <a:spLocks noGrp="1"/>
          </p:cNvSpPr>
          <p:nvPr>
            <p:ph type="title"/>
          </p:nvPr>
        </p:nvSpPr>
        <p:spPr>
          <a:xfrm>
            <a:off x="2310925" y="1493416"/>
            <a:ext cx="2541000" cy="308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rgbClr val="0A0120"/>
                </a:solidFill>
                <a:highlight>
                  <a:srgbClr val="0A0120"/>
                </a:highlight>
                <a:latin typeface="Courier New"/>
                <a:ea typeface="Courier New"/>
                <a:cs typeface="Courier New"/>
                <a:sym typeface="Courier New"/>
              </a:rPr>
              <a:t>$bana</a:t>
            </a:r>
            <a:r>
              <a:rPr lang="en" sz="3200" b="1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" sz="3200" b="1">
                <a:latin typeface="Courier New"/>
                <a:ea typeface="Courier New"/>
                <a:cs typeface="Courier New"/>
                <a:sym typeface="Courier New"/>
              </a:rPr>
              <a:t>$</a:t>
            </a:r>
            <a:endParaRPr sz="32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rgbClr val="0A0120"/>
                </a:solidFill>
                <a:highlight>
                  <a:srgbClr val="0A0120"/>
                </a:highlight>
                <a:latin typeface="Courier New"/>
                <a:ea typeface="Courier New"/>
                <a:cs typeface="Courier New"/>
                <a:sym typeface="Courier New"/>
              </a:rPr>
              <a:t>a$ban</a:t>
            </a:r>
            <a:r>
              <a:rPr lang="en" sz="3200" b="1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n" sz="3200" b="1">
                <a:latin typeface="Courier New"/>
                <a:ea typeface="Courier New"/>
                <a:cs typeface="Courier New"/>
                <a:sym typeface="Courier New"/>
              </a:rPr>
              <a:t>a</a:t>
            </a:r>
            <a:endParaRPr sz="32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rgbClr val="0A0120"/>
                </a:solidFill>
                <a:highlight>
                  <a:srgbClr val="0A0120"/>
                </a:highlight>
                <a:latin typeface="Courier New"/>
                <a:ea typeface="Courier New"/>
                <a:cs typeface="Courier New"/>
                <a:sym typeface="Courier New"/>
              </a:rPr>
              <a:t>ana$b</a:t>
            </a:r>
            <a:r>
              <a:rPr lang="en" sz="3200" b="1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n" sz="3200" b="1">
                <a:latin typeface="Courier New"/>
                <a:ea typeface="Courier New"/>
                <a:cs typeface="Courier New"/>
                <a:sym typeface="Courier New"/>
              </a:rPr>
              <a:t>a</a:t>
            </a:r>
            <a:endParaRPr sz="32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rgbClr val="0A0120"/>
                </a:solidFill>
                <a:highlight>
                  <a:srgbClr val="0A0120"/>
                </a:highlight>
                <a:latin typeface="Courier New"/>
                <a:ea typeface="Courier New"/>
                <a:cs typeface="Courier New"/>
                <a:sym typeface="Courier New"/>
              </a:rPr>
              <a:t>anana</a:t>
            </a:r>
            <a:r>
              <a:rPr lang="en" sz="3200" b="1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b</a:t>
            </a:r>
            <a:r>
              <a:rPr lang="en" sz="3200" b="1">
                <a:latin typeface="Courier New"/>
                <a:ea typeface="Courier New"/>
                <a:cs typeface="Courier New"/>
                <a:sym typeface="Courier New"/>
              </a:rPr>
              <a:t>a</a:t>
            </a:r>
            <a:endParaRPr sz="32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rgbClr val="0A0120"/>
                </a:solidFill>
                <a:highlight>
                  <a:srgbClr val="0A0120"/>
                </a:highlight>
                <a:latin typeface="Courier New"/>
                <a:ea typeface="Courier New"/>
                <a:cs typeface="Courier New"/>
                <a:sym typeface="Courier New"/>
              </a:rPr>
              <a:t>banan</a:t>
            </a:r>
            <a:r>
              <a:rPr lang="en" sz="3200" b="1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$</a:t>
            </a:r>
            <a:r>
              <a:rPr lang="en" sz="3200" b="1">
                <a:latin typeface="Courier New"/>
                <a:ea typeface="Courier New"/>
                <a:cs typeface="Courier New"/>
                <a:sym typeface="Courier New"/>
              </a:rPr>
              <a:t>b</a:t>
            </a:r>
            <a:endParaRPr sz="32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rgbClr val="0A0120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n" sz="3200" b="1">
                <a:solidFill>
                  <a:srgbClr val="0A0120"/>
                </a:solidFill>
                <a:highlight>
                  <a:srgbClr val="0A0120"/>
                </a:highlight>
                <a:latin typeface="Courier New"/>
                <a:ea typeface="Courier New"/>
                <a:cs typeface="Courier New"/>
                <a:sym typeface="Courier New"/>
              </a:rPr>
              <a:t>a$ba</a:t>
            </a:r>
            <a:r>
              <a:rPr lang="en" sz="3200" b="1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" sz="3200" b="1">
                <a:latin typeface="Courier New"/>
                <a:ea typeface="Courier New"/>
                <a:cs typeface="Courier New"/>
                <a:sym typeface="Courier New"/>
              </a:rPr>
              <a:t>n</a:t>
            </a:r>
            <a:endParaRPr sz="32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rgbClr val="0A0120"/>
                </a:solidFill>
                <a:latin typeface="Courier New"/>
                <a:ea typeface="Courier New"/>
                <a:cs typeface="Courier New"/>
                <a:sym typeface="Courier New"/>
              </a:rPr>
              <a:t>nana$</a:t>
            </a:r>
            <a:r>
              <a:rPr lang="en" sz="3200" b="1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" sz="3200" b="1">
                <a:latin typeface="Courier New"/>
                <a:ea typeface="Courier New"/>
                <a:cs typeface="Courier New"/>
                <a:sym typeface="Courier New"/>
              </a:rPr>
              <a:t>n</a:t>
            </a:r>
            <a:endParaRPr sz="3200" b="1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71"/>
          <p:cNvSpPr txBox="1">
            <a:spLocks noGrp="1"/>
          </p:cNvSpPr>
          <p:nvPr>
            <p:ph type="subTitle" idx="1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Decoding</a:t>
            </a:r>
            <a:endParaRPr sz="2400"/>
          </a:p>
        </p:txBody>
      </p:sp>
      <p:sp>
        <p:nvSpPr>
          <p:cNvPr id="478" name="Google Shape;478;p71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  <p:sp>
        <p:nvSpPr>
          <p:cNvPr id="479" name="Google Shape;479;p71"/>
          <p:cNvSpPr txBox="1"/>
          <p:nvPr/>
        </p:nvSpPr>
        <p:spPr>
          <a:xfrm>
            <a:off x="449850" y="936575"/>
            <a:ext cx="5003100" cy="4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  <a:latin typeface="Barlow Light"/>
                <a:ea typeface="Barlow Light"/>
                <a:cs typeface="Barlow Light"/>
                <a:sym typeface="Barlow Light"/>
              </a:rPr>
              <a:t>Sort</a:t>
            </a:r>
            <a:endParaRPr sz="1900">
              <a:solidFill>
                <a:schemeClr val="lt2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pic>
        <p:nvPicPr>
          <p:cNvPr id="480" name="Google Shape;480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3338241" flipH="1">
            <a:off x="7002650" y="3043578"/>
            <a:ext cx="2302198" cy="1158274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71"/>
          <p:cNvSpPr txBox="1">
            <a:spLocks noGrp="1"/>
          </p:cNvSpPr>
          <p:nvPr>
            <p:ph type="title"/>
          </p:nvPr>
        </p:nvSpPr>
        <p:spPr>
          <a:xfrm>
            <a:off x="2310925" y="1493416"/>
            <a:ext cx="2541000" cy="308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rgbClr val="0A0120"/>
                </a:solidFill>
                <a:highlight>
                  <a:srgbClr val="0A0120"/>
                </a:highlight>
                <a:latin typeface="Courier New"/>
                <a:ea typeface="Courier New"/>
                <a:cs typeface="Courier New"/>
                <a:sym typeface="Courier New"/>
              </a:rPr>
              <a:t>banan</a:t>
            </a:r>
            <a:r>
              <a:rPr lang="en" sz="3200" b="1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$</a:t>
            </a:r>
            <a:r>
              <a:rPr lang="en" sz="3200" b="1">
                <a:latin typeface="Courier New"/>
                <a:ea typeface="Courier New"/>
                <a:cs typeface="Courier New"/>
                <a:sym typeface="Courier New"/>
              </a:rPr>
              <a:t>b</a:t>
            </a:r>
            <a:endParaRPr sz="32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rgbClr val="0A0120"/>
                </a:solidFill>
                <a:highlight>
                  <a:srgbClr val="0A0120"/>
                </a:highlight>
                <a:latin typeface="Courier New"/>
                <a:ea typeface="Courier New"/>
                <a:cs typeface="Courier New"/>
                <a:sym typeface="Courier New"/>
              </a:rPr>
              <a:t>$bana</a:t>
            </a:r>
            <a:r>
              <a:rPr lang="en" sz="3200" b="1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" sz="3200" b="1">
                <a:latin typeface="Courier New"/>
                <a:ea typeface="Courier New"/>
                <a:cs typeface="Courier New"/>
                <a:sym typeface="Courier New"/>
              </a:rPr>
              <a:t>$</a:t>
            </a:r>
            <a:endParaRPr sz="32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rgbClr val="0A0120"/>
                </a:solidFill>
                <a:latin typeface="Courier New"/>
                <a:ea typeface="Courier New"/>
                <a:cs typeface="Courier New"/>
                <a:sym typeface="Courier New"/>
              </a:rPr>
              <a:t>nana$</a:t>
            </a:r>
            <a:r>
              <a:rPr lang="en" sz="3200" b="1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" sz="3200" b="1">
                <a:latin typeface="Courier New"/>
                <a:ea typeface="Courier New"/>
                <a:cs typeface="Courier New"/>
                <a:sym typeface="Courier New"/>
              </a:rPr>
              <a:t>n</a:t>
            </a:r>
            <a:endParaRPr sz="32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rgbClr val="0A0120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n" sz="3200" b="1">
                <a:solidFill>
                  <a:srgbClr val="0A0120"/>
                </a:solidFill>
                <a:highlight>
                  <a:srgbClr val="0A0120"/>
                </a:highlight>
                <a:latin typeface="Courier New"/>
                <a:ea typeface="Courier New"/>
                <a:cs typeface="Courier New"/>
                <a:sym typeface="Courier New"/>
              </a:rPr>
              <a:t>a$ba</a:t>
            </a:r>
            <a:r>
              <a:rPr lang="en" sz="3200" b="1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" sz="3200" b="1">
                <a:latin typeface="Courier New"/>
                <a:ea typeface="Courier New"/>
                <a:cs typeface="Courier New"/>
                <a:sym typeface="Courier New"/>
              </a:rPr>
              <a:t>n</a:t>
            </a:r>
            <a:endParaRPr sz="32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3200" b="1">
                <a:solidFill>
                  <a:srgbClr val="0A0120"/>
                </a:solidFill>
                <a:highlight>
                  <a:srgbClr val="0A0120"/>
                </a:highlight>
                <a:latin typeface="Courier New"/>
                <a:ea typeface="Courier New"/>
                <a:cs typeface="Courier New"/>
                <a:sym typeface="Courier New"/>
              </a:rPr>
              <a:t>anana</a:t>
            </a:r>
            <a:r>
              <a:rPr lang="en" sz="3200" b="1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b</a:t>
            </a:r>
            <a:r>
              <a:rPr lang="en" sz="3200" b="1">
                <a:latin typeface="Courier New"/>
                <a:ea typeface="Courier New"/>
                <a:cs typeface="Courier New"/>
                <a:sym typeface="Courier New"/>
              </a:rPr>
              <a:t>a</a:t>
            </a:r>
            <a:endParaRPr sz="32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rgbClr val="0A0120"/>
                </a:solidFill>
                <a:highlight>
                  <a:srgbClr val="0A0120"/>
                </a:highlight>
                <a:latin typeface="Courier New"/>
                <a:ea typeface="Courier New"/>
                <a:cs typeface="Courier New"/>
                <a:sym typeface="Courier New"/>
              </a:rPr>
              <a:t>a$ban</a:t>
            </a:r>
            <a:r>
              <a:rPr lang="en" sz="3200" b="1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n" sz="3200" b="1">
                <a:latin typeface="Courier New"/>
                <a:ea typeface="Courier New"/>
                <a:cs typeface="Courier New"/>
                <a:sym typeface="Courier New"/>
              </a:rPr>
              <a:t>a</a:t>
            </a:r>
            <a:endParaRPr sz="32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rgbClr val="0A0120"/>
                </a:solidFill>
                <a:highlight>
                  <a:srgbClr val="0A0120"/>
                </a:highlight>
                <a:latin typeface="Courier New"/>
                <a:ea typeface="Courier New"/>
                <a:cs typeface="Courier New"/>
                <a:sym typeface="Courier New"/>
              </a:rPr>
              <a:t>ana$b</a:t>
            </a:r>
            <a:r>
              <a:rPr lang="en" sz="3200" b="1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n" sz="3200" b="1">
                <a:latin typeface="Courier New"/>
                <a:ea typeface="Courier New"/>
                <a:cs typeface="Courier New"/>
                <a:sym typeface="Courier New"/>
              </a:rPr>
              <a:t>a</a:t>
            </a:r>
            <a:endParaRPr sz="32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b="1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72"/>
          <p:cNvSpPr txBox="1">
            <a:spLocks noGrp="1"/>
          </p:cNvSpPr>
          <p:nvPr>
            <p:ph type="subTitle" idx="1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Decoding</a:t>
            </a:r>
            <a:endParaRPr sz="2400"/>
          </a:p>
        </p:txBody>
      </p:sp>
      <p:sp>
        <p:nvSpPr>
          <p:cNvPr id="487" name="Google Shape;487;p72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  <p:sp>
        <p:nvSpPr>
          <p:cNvPr id="488" name="Google Shape;488;p72"/>
          <p:cNvSpPr txBox="1"/>
          <p:nvPr/>
        </p:nvSpPr>
        <p:spPr>
          <a:xfrm>
            <a:off x="449850" y="936575"/>
            <a:ext cx="5003100" cy="4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  <a:latin typeface="Barlow Light"/>
                <a:ea typeface="Barlow Light"/>
                <a:cs typeface="Barlow Light"/>
                <a:sym typeface="Barlow Light"/>
              </a:rPr>
              <a:t>Prepend annb$aa as column</a:t>
            </a:r>
            <a:endParaRPr sz="1900">
              <a:solidFill>
                <a:schemeClr val="lt2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pic>
        <p:nvPicPr>
          <p:cNvPr id="489" name="Google Shape;489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3338241" flipH="1">
            <a:off x="7002650" y="3043578"/>
            <a:ext cx="2302198" cy="1158274"/>
          </a:xfrm>
          <a:prstGeom prst="rect">
            <a:avLst/>
          </a:prstGeom>
          <a:noFill/>
          <a:ln>
            <a:noFill/>
          </a:ln>
        </p:spPr>
      </p:pic>
      <p:sp>
        <p:nvSpPr>
          <p:cNvPr id="490" name="Google Shape;490;p72"/>
          <p:cNvSpPr txBox="1">
            <a:spLocks noGrp="1"/>
          </p:cNvSpPr>
          <p:nvPr>
            <p:ph type="title"/>
          </p:nvPr>
        </p:nvSpPr>
        <p:spPr>
          <a:xfrm>
            <a:off x="2310925" y="1493416"/>
            <a:ext cx="2541000" cy="308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rgbClr val="0A0120"/>
                </a:solidFill>
                <a:highlight>
                  <a:srgbClr val="0A0120"/>
                </a:highlight>
                <a:latin typeface="Courier New"/>
                <a:ea typeface="Courier New"/>
                <a:cs typeface="Courier New"/>
                <a:sym typeface="Courier New"/>
              </a:rPr>
              <a:t>bana</a:t>
            </a:r>
            <a:r>
              <a:rPr lang="en" sz="3200" b="1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" sz="3200" b="1">
                <a:latin typeface="Courier New"/>
                <a:ea typeface="Courier New"/>
                <a:cs typeface="Courier New"/>
                <a:sym typeface="Courier New"/>
              </a:rPr>
              <a:t>$b</a:t>
            </a:r>
            <a:endParaRPr sz="32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3200" b="1">
                <a:solidFill>
                  <a:srgbClr val="0A0120"/>
                </a:solidFill>
                <a:highlight>
                  <a:srgbClr val="0A0120"/>
                </a:highlight>
                <a:latin typeface="Courier New"/>
                <a:ea typeface="Courier New"/>
                <a:cs typeface="Courier New"/>
                <a:sym typeface="Courier New"/>
              </a:rPr>
              <a:t>$ban</a:t>
            </a:r>
            <a:r>
              <a:rPr lang="en" sz="3200" b="1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n" sz="3200" b="1">
                <a:latin typeface="Courier New"/>
                <a:ea typeface="Courier New"/>
                <a:cs typeface="Courier New"/>
                <a:sym typeface="Courier New"/>
              </a:rPr>
              <a:t>a$</a:t>
            </a:r>
            <a:endParaRPr sz="32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rgbClr val="0A0120"/>
                </a:solidFill>
                <a:latin typeface="Courier New"/>
                <a:ea typeface="Courier New"/>
                <a:cs typeface="Courier New"/>
                <a:sym typeface="Courier New"/>
              </a:rPr>
              <a:t>nana</a:t>
            </a:r>
            <a:r>
              <a:rPr lang="en" sz="3200" b="1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n" sz="3200" b="1">
                <a:latin typeface="Courier New"/>
                <a:ea typeface="Courier New"/>
                <a:cs typeface="Courier New"/>
                <a:sym typeface="Courier New"/>
              </a:rPr>
              <a:t>an</a:t>
            </a:r>
            <a:endParaRPr sz="32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rgbClr val="0A0120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n" sz="3200" b="1">
                <a:solidFill>
                  <a:srgbClr val="0A0120"/>
                </a:solidFill>
                <a:highlight>
                  <a:srgbClr val="0A0120"/>
                </a:highlight>
                <a:latin typeface="Courier New"/>
                <a:ea typeface="Courier New"/>
                <a:cs typeface="Courier New"/>
                <a:sym typeface="Courier New"/>
              </a:rPr>
              <a:t>a$b</a:t>
            </a:r>
            <a:r>
              <a:rPr lang="en" sz="3200" b="1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b</a:t>
            </a:r>
            <a:r>
              <a:rPr lang="en" sz="3200" b="1">
                <a:latin typeface="Courier New"/>
                <a:ea typeface="Courier New"/>
                <a:cs typeface="Courier New"/>
                <a:sym typeface="Courier New"/>
              </a:rPr>
              <a:t>an</a:t>
            </a:r>
            <a:endParaRPr sz="32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rgbClr val="0A0120"/>
                </a:solidFill>
                <a:highlight>
                  <a:srgbClr val="0A0120"/>
                </a:highlight>
                <a:latin typeface="Courier New"/>
                <a:ea typeface="Courier New"/>
                <a:cs typeface="Courier New"/>
                <a:sym typeface="Courier New"/>
              </a:rPr>
              <a:t>anan</a:t>
            </a:r>
            <a:r>
              <a:rPr lang="en" sz="3200" b="1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$</a:t>
            </a:r>
            <a:r>
              <a:rPr lang="en" sz="3200" b="1">
                <a:latin typeface="Courier New"/>
                <a:ea typeface="Courier New"/>
                <a:cs typeface="Courier New"/>
                <a:sym typeface="Courier New"/>
              </a:rPr>
              <a:t>ba</a:t>
            </a:r>
            <a:endParaRPr sz="32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rgbClr val="0A0120"/>
                </a:solidFill>
                <a:highlight>
                  <a:srgbClr val="0A0120"/>
                </a:highlight>
                <a:latin typeface="Courier New"/>
                <a:ea typeface="Courier New"/>
                <a:cs typeface="Courier New"/>
                <a:sym typeface="Courier New"/>
              </a:rPr>
              <a:t>a$ba</a:t>
            </a:r>
            <a:r>
              <a:rPr lang="en" sz="3200" b="1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" sz="3200" b="1">
                <a:latin typeface="Courier New"/>
                <a:ea typeface="Courier New"/>
                <a:cs typeface="Courier New"/>
                <a:sym typeface="Courier New"/>
              </a:rPr>
              <a:t>na</a:t>
            </a:r>
            <a:endParaRPr sz="32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rgbClr val="0A0120"/>
                </a:solidFill>
                <a:highlight>
                  <a:srgbClr val="0A0120"/>
                </a:highlight>
                <a:latin typeface="Courier New"/>
                <a:ea typeface="Courier New"/>
                <a:cs typeface="Courier New"/>
                <a:sym typeface="Courier New"/>
              </a:rPr>
              <a:t>ana$</a:t>
            </a:r>
            <a:r>
              <a:rPr lang="en" sz="3200" b="1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" sz="3200" b="1">
                <a:latin typeface="Courier New"/>
                <a:ea typeface="Courier New"/>
                <a:cs typeface="Courier New"/>
                <a:sym typeface="Courier New"/>
              </a:rPr>
              <a:t>na</a:t>
            </a:r>
            <a:endParaRPr sz="32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b="1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73"/>
          <p:cNvSpPr txBox="1">
            <a:spLocks noGrp="1"/>
          </p:cNvSpPr>
          <p:nvPr>
            <p:ph type="subTitle" idx="1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Decoding</a:t>
            </a:r>
            <a:endParaRPr sz="2400"/>
          </a:p>
        </p:txBody>
      </p:sp>
      <p:sp>
        <p:nvSpPr>
          <p:cNvPr id="496" name="Google Shape;496;p73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  <p:sp>
        <p:nvSpPr>
          <p:cNvPr id="497" name="Google Shape;497;p73"/>
          <p:cNvSpPr txBox="1"/>
          <p:nvPr/>
        </p:nvSpPr>
        <p:spPr>
          <a:xfrm>
            <a:off x="449850" y="936575"/>
            <a:ext cx="5003100" cy="4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  <a:latin typeface="Barlow Light"/>
                <a:ea typeface="Barlow Light"/>
                <a:cs typeface="Barlow Light"/>
                <a:sym typeface="Barlow Light"/>
              </a:rPr>
              <a:t>Sort</a:t>
            </a:r>
            <a:endParaRPr sz="1900">
              <a:solidFill>
                <a:schemeClr val="lt2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pic>
        <p:nvPicPr>
          <p:cNvPr id="498" name="Google Shape;498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3338241" flipH="1">
            <a:off x="7002650" y="3043578"/>
            <a:ext cx="2302198" cy="1158274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73"/>
          <p:cNvSpPr txBox="1">
            <a:spLocks noGrp="1"/>
          </p:cNvSpPr>
          <p:nvPr>
            <p:ph type="title"/>
          </p:nvPr>
        </p:nvSpPr>
        <p:spPr>
          <a:xfrm>
            <a:off x="2310925" y="1493416"/>
            <a:ext cx="2541000" cy="308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3200" b="1">
                <a:solidFill>
                  <a:srgbClr val="0A0120"/>
                </a:solidFill>
                <a:highlight>
                  <a:srgbClr val="0A0120"/>
                </a:highlight>
                <a:latin typeface="Courier New"/>
                <a:ea typeface="Courier New"/>
                <a:cs typeface="Courier New"/>
                <a:sym typeface="Courier New"/>
              </a:rPr>
              <a:t>anan</a:t>
            </a:r>
            <a:r>
              <a:rPr lang="en" sz="3200" b="1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$</a:t>
            </a:r>
            <a:r>
              <a:rPr lang="en" sz="3200" b="1">
                <a:latin typeface="Courier New"/>
                <a:ea typeface="Courier New"/>
                <a:cs typeface="Courier New"/>
                <a:sym typeface="Courier New"/>
              </a:rPr>
              <a:t>ba</a:t>
            </a:r>
            <a:endParaRPr sz="3200" b="1">
              <a:solidFill>
                <a:srgbClr val="0A0120"/>
              </a:solidFill>
              <a:highlight>
                <a:srgbClr val="0A012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rgbClr val="0A0120"/>
                </a:solidFill>
                <a:highlight>
                  <a:srgbClr val="0A0120"/>
                </a:highlight>
                <a:latin typeface="Courier New"/>
                <a:ea typeface="Courier New"/>
                <a:cs typeface="Courier New"/>
                <a:sym typeface="Courier New"/>
              </a:rPr>
              <a:t>bana</a:t>
            </a:r>
            <a:r>
              <a:rPr lang="en" sz="3200" b="1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" sz="3200" b="1">
                <a:latin typeface="Courier New"/>
                <a:ea typeface="Courier New"/>
                <a:cs typeface="Courier New"/>
                <a:sym typeface="Courier New"/>
              </a:rPr>
              <a:t>$b</a:t>
            </a:r>
            <a:endParaRPr sz="32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3200" b="1">
                <a:solidFill>
                  <a:srgbClr val="0A0120"/>
                </a:solidFill>
                <a:highlight>
                  <a:srgbClr val="0A0120"/>
                </a:highlight>
                <a:latin typeface="Courier New"/>
                <a:ea typeface="Courier New"/>
                <a:cs typeface="Courier New"/>
                <a:sym typeface="Courier New"/>
              </a:rPr>
              <a:t>a$ba</a:t>
            </a:r>
            <a:r>
              <a:rPr lang="en" sz="3200" b="1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" sz="3200" b="1">
                <a:latin typeface="Courier New"/>
                <a:ea typeface="Courier New"/>
                <a:cs typeface="Courier New"/>
                <a:sym typeface="Courier New"/>
              </a:rPr>
              <a:t>na</a:t>
            </a:r>
            <a:endParaRPr sz="32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rgbClr val="0A0120"/>
                </a:solidFill>
                <a:highlight>
                  <a:srgbClr val="0A0120"/>
                </a:highlight>
                <a:latin typeface="Courier New"/>
                <a:ea typeface="Courier New"/>
                <a:cs typeface="Courier New"/>
                <a:sym typeface="Courier New"/>
              </a:rPr>
              <a:t>ana$</a:t>
            </a:r>
            <a:r>
              <a:rPr lang="en" sz="3200" b="1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" sz="3200" b="1">
                <a:latin typeface="Courier New"/>
                <a:ea typeface="Courier New"/>
                <a:cs typeface="Courier New"/>
                <a:sym typeface="Courier New"/>
              </a:rPr>
              <a:t>na</a:t>
            </a:r>
            <a:endParaRPr sz="32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rgbClr val="0A0120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n" sz="3200" b="1">
                <a:solidFill>
                  <a:srgbClr val="0A0120"/>
                </a:solidFill>
                <a:highlight>
                  <a:srgbClr val="0A0120"/>
                </a:highlight>
                <a:latin typeface="Courier New"/>
                <a:ea typeface="Courier New"/>
                <a:cs typeface="Courier New"/>
                <a:sym typeface="Courier New"/>
              </a:rPr>
              <a:t>a$b</a:t>
            </a:r>
            <a:r>
              <a:rPr lang="en" sz="3200" b="1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b</a:t>
            </a:r>
            <a:r>
              <a:rPr lang="en" sz="3200" b="1">
                <a:latin typeface="Courier New"/>
                <a:ea typeface="Courier New"/>
                <a:cs typeface="Courier New"/>
                <a:sym typeface="Courier New"/>
              </a:rPr>
              <a:t>an</a:t>
            </a:r>
            <a:endParaRPr sz="32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3200" b="1">
                <a:solidFill>
                  <a:srgbClr val="0A0120"/>
                </a:solidFill>
                <a:highlight>
                  <a:srgbClr val="0A0120"/>
                </a:highlight>
                <a:latin typeface="Courier New"/>
                <a:ea typeface="Courier New"/>
                <a:cs typeface="Courier New"/>
                <a:sym typeface="Courier New"/>
              </a:rPr>
              <a:t>$ban</a:t>
            </a:r>
            <a:r>
              <a:rPr lang="en" sz="3200" b="1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n" sz="3200" b="1">
                <a:latin typeface="Courier New"/>
                <a:ea typeface="Courier New"/>
                <a:cs typeface="Courier New"/>
                <a:sym typeface="Courier New"/>
              </a:rPr>
              <a:t>a$</a:t>
            </a:r>
            <a:endParaRPr sz="32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rgbClr val="0A0120"/>
                </a:solidFill>
                <a:latin typeface="Courier New"/>
                <a:ea typeface="Courier New"/>
                <a:cs typeface="Courier New"/>
                <a:sym typeface="Courier New"/>
              </a:rPr>
              <a:t>nana</a:t>
            </a:r>
            <a:r>
              <a:rPr lang="en" sz="3200" b="1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n" sz="3200" b="1">
                <a:latin typeface="Courier New"/>
                <a:ea typeface="Courier New"/>
                <a:cs typeface="Courier New"/>
                <a:sym typeface="Courier New"/>
              </a:rPr>
              <a:t>an</a:t>
            </a:r>
            <a:endParaRPr sz="32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b="1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74"/>
          <p:cNvSpPr txBox="1">
            <a:spLocks noGrp="1"/>
          </p:cNvSpPr>
          <p:nvPr>
            <p:ph type="subTitle" idx="1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Decoding</a:t>
            </a:r>
            <a:endParaRPr sz="2400"/>
          </a:p>
        </p:txBody>
      </p:sp>
      <p:sp>
        <p:nvSpPr>
          <p:cNvPr id="505" name="Google Shape;505;p74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16</a:t>
            </a:fld>
            <a:endParaRPr/>
          </a:p>
        </p:txBody>
      </p:sp>
      <p:sp>
        <p:nvSpPr>
          <p:cNvPr id="506" name="Google Shape;506;p74"/>
          <p:cNvSpPr txBox="1"/>
          <p:nvPr/>
        </p:nvSpPr>
        <p:spPr>
          <a:xfrm>
            <a:off x="449850" y="936575"/>
            <a:ext cx="5003100" cy="4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  <a:latin typeface="Barlow Light"/>
                <a:ea typeface="Barlow Light"/>
                <a:cs typeface="Barlow Light"/>
                <a:sym typeface="Barlow Light"/>
              </a:rPr>
              <a:t>Prepend annb$aa as column</a:t>
            </a:r>
            <a:endParaRPr sz="1900">
              <a:solidFill>
                <a:schemeClr val="lt2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pic>
        <p:nvPicPr>
          <p:cNvPr id="507" name="Google Shape;507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3338241" flipH="1">
            <a:off x="7002650" y="3043578"/>
            <a:ext cx="2302198" cy="1158274"/>
          </a:xfrm>
          <a:prstGeom prst="rect">
            <a:avLst/>
          </a:prstGeom>
          <a:noFill/>
          <a:ln>
            <a:noFill/>
          </a:ln>
        </p:spPr>
      </p:pic>
      <p:sp>
        <p:nvSpPr>
          <p:cNvPr id="508" name="Google Shape;508;p74"/>
          <p:cNvSpPr txBox="1">
            <a:spLocks noGrp="1"/>
          </p:cNvSpPr>
          <p:nvPr>
            <p:ph type="title"/>
          </p:nvPr>
        </p:nvSpPr>
        <p:spPr>
          <a:xfrm>
            <a:off x="2310925" y="1493416"/>
            <a:ext cx="2541000" cy="308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rgbClr val="0A0120"/>
                </a:solidFill>
                <a:highlight>
                  <a:srgbClr val="0A0120"/>
                </a:highlight>
                <a:latin typeface="Courier New"/>
                <a:ea typeface="Courier New"/>
                <a:cs typeface="Courier New"/>
                <a:sym typeface="Courier New"/>
              </a:rPr>
              <a:t>ana</a:t>
            </a:r>
            <a:r>
              <a:rPr lang="en" sz="3200" b="1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" sz="3200" b="1">
                <a:latin typeface="Courier New"/>
                <a:ea typeface="Courier New"/>
                <a:cs typeface="Courier New"/>
                <a:sym typeface="Courier New"/>
              </a:rPr>
              <a:t>$ba</a:t>
            </a:r>
            <a:endParaRPr sz="3200" b="1">
              <a:solidFill>
                <a:srgbClr val="0A0120"/>
              </a:solidFill>
              <a:highlight>
                <a:srgbClr val="0A012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rgbClr val="0A0120"/>
                </a:solidFill>
                <a:highlight>
                  <a:srgbClr val="0A0120"/>
                </a:highlight>
                <a:latin typeface="Courier New"/>
                <a:ea typeface="Courier New"/>
                <a:cs typeface="Courier New"/>
                <a:sym typeface="Courier New"/>
              </a:rPr>
              <a:t>ana</a:t>
            </a:r>
            <a:r>
              <a:rPr lang="en" sz="3200" b="1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n" sz="3200" b="1">
                <a:latin typeface="Courier New"/>
                <a:ea typeface="Courier New"/>
                <a:cs typeface="Courier New"/>
                <a:sym typeface="Courier New"/>
              </a:rPr>
              <a:t>a$b</a:t>
            </a:r>
            <a:endParaRPr sz="32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rgbClr val="0A0120"/>
                </a:solidFill>
                <a:highlight>
                  <a:srgbClr val="0A0120"/>
                </a:highlight>
                <a:latin typeface="Courier New"/>
                <a:ea typeface="Courier New"/>
                <a:cs typeface="Courier New"/>
                <a:sym typeface="Courier New"/>
              </a:rPr>
              <a:t>aba</a:t>
            </a:r>
            <a:r>
              <a:rPr lang="en" sz="3200" b="1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n" sz="3200" b="1">
                <a:latin typeface="Courier New"/>
                <a:ea typeface="Courier New"/>
                <a:cs typeface="Courier New"/>
                <a:sym typeface="Courier New"/>
              </a:rPr>
              <a:t>ana</a:t>
            </a:r>
            <a:endParaRPr sz="32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rgbClr val="0A0120"/>
                </a:solidFill>
                <a:highlight>
                  <a:srgbClr val="0A0120"/>
                </a:highlight>
                <a:latin typeface="Courier New"/>
                <a:ea typeface="Courier New"/>
                <a:cs typeface="Courier New"/>
                <a:sym typeface="Courier New"/>
              </a:rPr>
              <a:t>an$</a:t>
            </a:r>
            <a:r>
              <a:rPr lang="en" sz="3200" b="1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b</a:t>
            </a:r>
            <a:r>
              <a:rPr lang="en" sz="3200" b="1">
                <a:latin typeface="Courier New"/>
                <a:ea typeface="Courier New"/>
                <a:cs typeface="Courier New"/>
                <a:sym typeface="Courier New"/>
              </a:rPr>
              <a:t>ana</a:t>
            </a:r>
            <a:endParaRPr sz="32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rgbClr val="0A0120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n" sz="3200" b="1">
                <a:solidFill>
                  <a:srgbClr val="0A0120"/>
                </a:solidFill>
                <a:highlight>
                  <a:srgbClr val="0A0120"/>
                </a:highlight>
                <a:latin typeface="Courier New"/>
                <a:ea typeface="Courier New"/>
                <a:cs typeface="Courier New"/>
                <a:sym typeface="Courier New"/>
              </a:rPr>
              <a:t>a$</a:t>
            </a:r>
            <a:r>
              <a:rPr lang="en" sz="3200" b="1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$</a:t>
            </a:r>
            <a:r>
              <a:rPr lang="en" sz="3200" b="1">
                <a:latin typeface="Courier New"/>
                <a:ea typeface="Courier New"/>
                <a:cs typeface="Courier New"/>
                <a:sym typeface="Courier New"/>
              </a:rPr>
              <a:t>ban</a:t>
            </a:r>
            <a:endParaRPr sz="32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rgbClr val="0A0120"/>
                </a:solidFill>
                <a:highlight>
                  <a:srgbClr val="0A0120"/>
                </a:highlight>
                <a:latin typeface="Courier New"/>
                <a:ea typeface="Courier New"/>
                <a:cs typeface="Courier New"/>
                <a:sym typeface="Courier New"/>
              </a:rPr>
              <a:t>$ba</a:t>
            </a:r>
            <a:r>
              <a:rPr lang="en" sz="3200" b="1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" sz="3200" b="1">
                <a:latin typeface="Courier New"/>
                <a:ea typeface="Courier New"/>
                <a:cs typeface="Courier New"/>
                <a:sym typeface="Courier New"/>
              </a:rPr>
              <a:t>na$</a:t>
            </a:r>
            <a:endParaRPr sz="32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rgbClr val="0A0120"/>
                </a:solidFill>
                <a:latin typeface="Courier New"/>
                <a:ea typeface="Courier New"/>
                <a:cs typeface="Courier New"/>
                <a:sym typeface="Courier New"/>
              </a:rPr>
              <a:t>nan</a:t>
            </a:r>
            <a:r>
              <a:rPr lang="en" sz="3200" b="1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" sz="3200" b="1">
                <a:latin typeface="Courier New"/>
                <a:ea typeface="Courier New"/>
                <a:cs typeface="Courier New"/>
                <a:sym typeface="Courier New"/>
              </a:rPr>
              <a:t>nan</a:t>
            </a:r>
            <a:endParaRPr sz="32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b="1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75"/>
          <p:cNvSpPr txBox="1">
            <a:spLocks noGrp="1"/>
          </p:cNvSpPr>
          <p:nvPr>
            <p:ph type="subTitle" idx="1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Decoding</a:t>
            </a:r>
            <a:endParaRPr sz="2400"/>
          </a:p>
        </p:txBody>
      </p:sp>
      <p:sp>
        <p:nvSpPr>
          <p:cNvPr id="514" name="Google Shape;514;p75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17</a:t>
            </a:fld>
            <a:endParaRPr/>
          </a:p>
        </p:txBody>
      </p:sp>
      <p:sp>
        <p:nvSpPr>
          <p:cNvPr id="515" name="Google Shape;515;p75"/>
          <p:cNvSpPr txBox="1"/>
          <p:nvPr/>
        </p:nvSpPr>
        <p:spPr>
          <a:xfrm>
            <a:off x="449850" y="936575"/>
            <a:ext cx="5003100" cy="4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  <a:latin typeface="Barlow Light"/>
                <a:ea typeface="Barlow Light"/>
                <a:cs typeface="Barlow Light"/>
                <a:sym typeface="Barlow Light"/>
              </a:rPr>
              <a:t>Sort</a:t>
            </a:r>
            <a:endParaRPr sz="1900">
              <a:solidFill>
                <a:schemeClr val="lt2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pic>
        <p:nvPicPr>
          <p:cNvPr id="516" name="Google Shape;516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3338241" flipH="1">
            <a:off x="7002650" y="3043578"/>
            <a:ext cx="2302198" cy="1158274"/>
          </a:xfrm>
          <a:prstGeom prst="rect">
            <a:avLst/>
          </a:prstGeom>
          <a:noFill/>
          <a:ln>
            <a:noFill/>
          </a:ln>
        </p:spPr>
      </p:pic>
      <p:sp>
        <p:nvSpPr>
          <p:cNvPr id="517" name="Google Shape;517;p75"/>
          <p:cNvSpPr txBox="1">
            <a:spLocks noGrp="1"/>
          </p:cNvSpPr>
          <p:nvPr>
            <p:ph type="title"/>
          </p:nvPr>
        </p:nvSpPr>
        <p:spPr>
          <a:xfrm>
            <a:off x="2310925" y="1493416"/>
            <a:ext cx="2541000" cy="308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3200" b="1">
                <a:solidFill>
                  <a:srgbClr val="0A0120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n" sz="3200" b="1">
                <a:solidFill>
                  <a:srgbClr val="0A0120"/>
                </a:solidFill>
                <a:highlight>
                  <a:srgbClr val="0A0120"/>
                </a:highlight>
                <a:latin typeface="Courier New"/>
                <a:ea typeface="Courier New"/>
                <a:cs typeface="Courier New"/>
                <a:sym typeface="Courier New"/>
              </a:rPr>
              <a:t>a$</a:t>
            </a:r>
            <a:r>
              <a:rPr lang="en" sz="3200" b="1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$</a:t>
            </a:r>
            <a:r>
              <a:rPr lang="en" sz="3200" b="1">
                <a:latin typeface="Courier New"/>
                <a:ea typeface="Courier New"/>
                <a:cs typeface="Courier New"/>
                <a:sym typeface="Courier New"/>
              </a:rPr>
              <a:t>ban</a:t>
            </a:r>
            <a:endParaRPr sz="3200" b="1">
              <a:solidFill>
                <a:srgbClr val="0A0120"/>
              </a:solidFill>
              <a:highlight>
                <a:srgbClr val="0A012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rgbClr val="0A0120"/>
                </a:solidFill>
                <a:highlight>
                  <a:srgbClr val="0A0120"/>
                </a:highlight>
                <a:latin typeface="Courier New"/>
                <a:ea typeface="Courier New"/>
                <a:cs typeface="Courier New"/>
                <a:sym typeface="Courier New"/>
              </a:rPr>
              <a:t>ana</a:t>
            </a:r>
            <a:r>
              <a:rPr lang="en" sz="3200" b="1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" sz="3200" b="1">
                <a:latin typeface="Courier New"/>
                <a:ea typeface="Courier New"/>
                <a:cs typeface="Courier New"/>
                <a:sym typeface="Courier New"/>
              </a:rPr>
              <a:t>$ba</a:t>
            </a:r>
            <a:endParaRPr sz="32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3200" b="1">
                <a:solidFill>
                  <a:srgbClr val="0A0120"/>
                </a:solidFill>
                <a:highlight>
                  <a:srgbClr val="0A0120"/>
                </a:highlight>
                <a:latin typeface="Courier New"/>
                <a:ea typeface="Courier New"/>
                <a:cs typeface="Courier New"/>
                <a:sym typeface="Courier New"/>
              </a:rPr>
              <a:t>$ba</a:t>
            </a:r>
            <a:r>
              <a:rPr lang="en" sz="3200" b="1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" sz="3200" b="1">
                <a:latin typeface="Courier New"/>
                <a:ea typeface="Courier New"/>
                <a:cs typeface="Courier New"/>
                <a:sym typeface="Courier New"/>
              </a:rPr>
              <a:t>na$</a:t>
            </a:r>
            <a:endParaRPr sz="32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rgbClr val="0A0120"/>
                </a:solidFill>
                <a:latin typeface="Courier New"/>
                <a:ea typeface="Courier New"/>
                <a:cs typeface="Courier New"/>
                <a:sym typeface="Courier New"/>
              </a:rPr>
              <a:t>nan</a:t>
            </a:r>
            <a:r>
              <a:rPr lang="en" sz="3200" b="1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" sz="3200" b="1">
                <a:latin typeface="Courier New"/>
                <a:ea typeface="Courier New"/>
                <a:cs typeface="Courier New"/>
                <a:sym typeface="Courier New"/>
              </a:rPr>
              <a:t>nan</a:t>
            </a:r>
            <a:endParaRPr sz="32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3200" b="1">
                <a:solidFill>
                  <a:srgbClr val="0A0120"/>
                </a:solidFill>
                <a:highlight>
                  <a:srgbClr val="0A0120"/>
                </a:highlight>
                <a:latin typeface="Courier New"/>
                <a:ea typeface="Courier New"/>
                <a:cs typeface="Courier New"/>
                <a:sym typeface="Courier New"/>
              </a:rPr>
              <a:t>an$</a:t>
            </a:r>
            <a:r>
              <a:rPr lang="en" sz="3200" b="1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b</a:t>
            </a:r>
            <a:r>
              <a:rPr lang="en" sz="3200" b="1">
                <a:latin typeface="Courier New"/>
                <a:ea typeface="Courier New"/>
                <a:cs typeface="Courier New"/>
                <a:sym typeface="Courier New"/>
              </a:rPr>
              <a:t>ana</a:t>
            </a:r>
            <a:endParaRPr sz="32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rgbClr val="0A0120"/>
                </a:solidFill>
                <a:highlight>
                  <a:srgbClr val="0A0120"/>
                </a:highlight>
                <a:latin typeface="Courier New"/>
                <a:ea typeface="Courier New"/>
                <a:cs typeface="Courier New"/>
                <a:sym typeface="Courier New"/>
              </a:rPr>
              <a:t>ana</a:t>
            </a:r>
            <a:r>
              <a:rPr lang="en" sz="3200" b="1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n" sz="3200" b="1">
                <a:latin typeface="Courier New"/>
                <a:ea typeface="Courier New"/>
                <a:cs typeface="Courier New"/>
                <a:sym typeface="Courier New"/>
              </a:rPr>
              <a:t>a$b</a:t>
            </a:r>
            <a:endParaRPr sz="32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rgbClr val="0A0120"/>
                </a:solidFill>
                <a:highlight>
                  <a:srgbClr val="0A0120"/>
                </a:highlight>
                <a:latin typeface="Courier New"/>
                <a:ea typeface="Courier New"/>
                <a:cs typeface="Courier New"/>
                <a:sym typeface="Courier New"/>
              </a:rPr>
              <a:t>aba</a:t>
            </a:r>
            <a:r>
              <a:rPr lang="en" sz="3200" b="1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n" sz="3200" b="1">
                <a:latin typeface="Courier New"/>
                <a:ea typeface="Courier New"/>
                <a:cs typeface="Courier New"/>
                <a:sym typeface="Courier New"/>
              </a:rPr>
              <a:t>ana</a:t>
            </a:r>
            <a:endParaRPr sz="32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b="1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76"/>
          <p:cNvSpPr txBox="1">
            <a:spLocks noGrp="1"/>
          </p:cNvSpPr>
          <p:nvPr>
            <p:ph type="subTitle" idx="1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Decoding</a:t>
            </a:r>
            <a:endParaRPr sz="2400"/>
          </a:p>
        </p:txBody>
      </p:sp>
      <p:sp>
        <p:nvSpPr>
          <p:cNvPr id="523" name="Google Shape;523;p76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18</a:t>
            </a:fld>
            <a:endParaRPr/>
          </a:p>
        </p:txBody>
      </p:sp>
      <p:sp>
        <p:nvSpPr>
          <p:cNvPr id="524" name="Google Shape;524;p76"/>
          <p:cNvSpPr txBox="1"/>
          <p:nvPr/>
        </p:nvSpPr>
        <p:spPr>
          <a:xfrm>
            <a:off x="449850" y="936575"/>
            <a:ext cx="5003100" cy="4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  <a:latin typeface="Barlow Light"/>
                <a:ea typeface="Barlow Light"/>
                <a:cs typeface="Barlow Light"/>
                <a:sym typeface="Barlow Light"/>
              </a:rPr>
              <a:t>Prepend annb$aa as column</a:t>
            </a:r>
            <a:endParaRPr sz="1900">
              <a:solidFill>
                <a:schemeClr val="lt2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pic>
        <p:nvPicPr>
          <p:cNvPr id="525" name="Google Shape;525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3338241" flipH="1">
            <a:off x="7002650" y="3043578"/>
            <a:ext cx="2302198" cy="1158274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76"/>
          <p:cNvSpPr txBox="1">
            <a:spLocks noGrp="1"/>
          </p:cNvSpPr>
          <p:nvPr>
            <p:ph type="title"/>
          </p:nvPr>
        </p:nvSpPr>
        <p:spPr>
          <a:xfrm>
            <a:off x="2310925" y="1493416"/>
            <a:ext cx="2541000" cy="308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rgbClr val="0A0120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n" sz="3200" b="1">
                <a:solidFill>
                  <a:srgbClr val="0A0120"/>
                </a:solidFill>
                <a:highlight>
                  <a:srgbClr val="0A0120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" sz="3200" b="1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" sz="3200" b="1">
                <a:latin typeface="Courier New"/>
                <a:ea typeface="Courier New"/>
                <a:cs typeface="Courier New"/>
                <a:sym typeface="Courier New"/>
              </a:rPr>
              <a:t>$ban</a:t>
            </a:r>
            <a:endParaRPr sz="3200" b="1">
              <a:solidFill>
                <a:srgbClr val="0A0120"/>
              </a:solidFill>
              <a:highlight>
                <a:srgbClr val="0A012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rgbClr val="0A0120"/>
                </a:solidFill>
                <a:highlight>
                  <a:srgbClr val="0A0120"/>
                </a:highlight>
                <a:latin typeface="Courier New"/>
                <a:ea typeface="Courier New"/>
                <a:cs typeface="Courier New"/>
                <a:sym typeface="Courier New"/>
              </a:rPr>
              <a:t>an</a:t>
            </a:r>
            <a:r>
              <a:rPr lang="en" sz="3200" b="1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n" sz="3200" b="1">
                <a:latin typeface="Courier New"/>
                <a:ea typeface="Courier New"/>
                <a:cs typeface="Courier New"/>
                <a:sym typeface="Courier New"/>
              </a:rPr>
              <a:t>a$ba</a:t>
            </a:r>
            <a:endParaRPr sz="32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rgbClr val="0A0120"/>
                </a:solidFill>
                <a:highlight>
                  <a:srgbClr val="0A0120"/>
                </a:highlight>
                <a:latin typeface="Courier New"/>
                <a:ea typeface="Courier New"/>
                <a:cs typeface="Courier New"/>
                <a:sym typeface="Courier New"/>
              </a:rPr>
              <a:t>$b</a:t>
            </a:r>
            <a:r>
              <a:rPr lang="en" sz="3200" b="1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n" sz="3200" b="1">
                <a:latin typeface="Courier New"/>
                <a:ea typeface="Courier New"/>
                <a:cs typeface="Courier New"/>
                <a:sym typeface="Courier New"/>
              </a:rPr>
              <a:t>ana$</a:t>
            </a:r>
            <a:endParaRPr sz="32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rgbClr val="0A0120"/>
                </a:solidFill>
                <a:latin typeface="Courier New"/>
                <a:ea typeface="Courier New"/>
                <a:cs typeface="Courier New"/>
                <a:sym typeface="Courier New"/>
              </a:rPr>
              <a:t>na</a:t>
            </a:r>
            <a:r>
              <a:rPr lang="en" sz="3200" b="1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b</a:t>
            </a:r>
            <a:r>
              <a:rPr lang="en" sz="3200" b="1">
                <a:latin typeface="Courier New"/>
                <a:ea typeface="Courier New"/>
                <a:cs typeface="Courier New"/>
                <a:sym typeface="Courier New"/>
              </a:rPr>
              <a:t>anan</a:t>
            </a:r>
            <a:endParaRPr sz="32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rgbClr val="0A0120"/>
                </a:solidFill>
                <a:highlight>
                  <a:srgbClr val="0A0120"/>
                </a:highlight>
                <a:latin typeface="Courier New"/>
                <a:ea typeface="Courier New"/>
                <a:cs typeface="Courier New"/>
                <a:sym typeface="Courier New"/>
              </a:rPr>
              <a:t>an</a:t>
            </a:r>
            <a:r>
              <a:rPr lang="en" sz="3200" b="1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$</a:t>
            </a:r>
            <a:r>
              <a:rPr lang="en" sz="3200" b="1">
                <a:latin typeface="Courier New"/>
                <a:ea typeface="Courier New"/>
                <a:cs typeface="Courier New"/>
                <a:sym typeface="Courier New"/>
              </a:rPr>
              <a:t>bana</a:t>
            </a:r>
            <a:endParaRPr sz="32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rgbClr val="0A0120"/>
                </a:solidFill>
                <a:highlight>
                  <a:srgbClr val="0A0120"/>
                </a:highlight>
                <a:latin typeface="Courier New"/>
                <a:ea typeface="Courier New"/>
                <a:cs typeface="Courier New"/>
                <a:sym typeface="Courier New"/>
              </a:rPr>
              <a:t>an</a:t>
            </a:r>
            <a:r>
              <a:rPr lang="en" sz="3200" b="1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" sz="3200" b="1">
                <a:latin typeface="Courier New"/>
                <a:ea typeface="Courier New"/>
                <a:cs typeface="Courier New"/>
                <a:sym typeface="Courier New"/>
              </a:rPr>
              <a:t>na$b</a:t>
            </a:r>
            <a:endParaRPr sz="32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rgbClr val="0A0120"/>
                </a:solidFill>
                <a:highlight>
                  <a:srgbClr val="0A0120"/>
                </a:highlight>
                <a:latin typeface="Courier New"/>
                <a:ea typeface="Courier New"/>
                <a:cs typeface="Courier New"/>
                <a:sym typeface="Courier New"/>
              </a:rPr>
              <a:t>ab</a:t>
            </a:r>
            <a:r>
              <a:rPr lang="en" sz="3200" b="1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" sz="3200" b="1">
                <a:latin typeface="Courier New"/>
                <a:ea typeface="Courier New"/>
                <a:cs typeface="Courier New"/>
                <a:sym typeface="Courier New"/>
              </a:rPr>
              <a:t>nana</a:t>
            </a:r>
            <a:endParaRPr sz="32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b="1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77"/>
          <p:cNvSpPr txBox="1">
            <a:spLocks noGrp="1"/>
          </p:cNvSpPr>
          <p:nvPr>
            <p:ph type="subTitle" idx="1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Decoding</a:t>
            </a:r>
            <a:endParaRPr sz="2400"/>
          </a:p>
        </p:txBody>
      </p:sp>
      <p:sp>
        <p:nvSpPr>
          <p:cNvPr id="532" name="Google Shape;532;p77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19</a:t>
            </a:fld>
            <a:endParaRPr/>
          </a:p>
        </p:txBody>
      </p:sp>
      <p:sp>
        <p:nvSpPr>
          <p:cNvPr id="533" name="Google Shape;533;p77"/>
          <p:cNvSpPr txBox="1"/>
          <p:nvPr/>
        </p:nvSpPr>
        <p:spPr>
          <a:xfrm>
            <a:off x="449850" y="936575"/>
            <a:ext cx="5003100" cy="4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  <a:latin typeface="Barlow Light"/>
                <a:ea typeface="Barlow Light"/>
                <a:cs typeface="Barlow Light"/>
                <a:sym typeface="Barlow Light"/>
              </a:rPr>
              <a:t>Sort</a:t>
            </a:r>
            <a:endParaRPr sz="1900">
              <a:solidFill>
                <a:schemeClr val="lt2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pic>
        <p:nvPicPr>
          <p:cNvPr id="534" name="Google Shape;534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3338241" flipH="1">
            <a:off x="7002650" y="3043578"/>
            <a:ext cx="2302198" cy="1158274"/>
          </a:xfrm>
          <a:prstGeom prst="rect">
            <a:avLst/>
          </a:prstGeom>
          <a:noFill/>
          <a:ln>
            <a:noFill/>
          </a:ln>
        </p:spPr>
      </p:pic>
      <p:sp>
        <p:nvSpPr>
          <p:cNvPr id="535" name="Google Shape;535;p77"/>
          <p:cNvSpPr txBox="1">
            <a:spLocks noGrp="1"/>
          </p:cNvSpPr>
          <p:nvPr>
            <p:ph type="title"/>
          </p:nvPr>
        </p:nvSpPr>
        <p:spPr>
          <a:xfrm>
            <a:off x="2310925" y="1493416"/>
            <a:ext cx="2541000" cy="308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3200" b="1">
                <a:solidFill>
                  <a:srgbClr val="0A0120"/>
                </a:solidFill>
                <a:highlight>
                  <a:srgbClr val="0A0120"/>
                </a:highlight>
                <a:latin typeface="Courier New"/>
                <a:ea typeface="Courier New"/>
                <a:cs typeface="Courier New"/>
                <a:sym typeface="Courier New"/>
              </a:rPr>
              <a:t>an</a:t>
            </a:r>
            <a:r>
              <a:rPr lang="en" sz="3200" b="1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$</a:t>
            </a:r>
            <a:r>
              <a:rPr lang="en" sz="3200" b="1">
                <a:latin typeface="Courier New"/>
                <a:ea typeface="Courier New"/>
                <a:cs typeface="Courier New"/>
                <a:sym typeface="Courier New"/>
              </a:rPr>
              <a:t>bana</a:t>
            </a:r>
            <a:endParaRPr sz="3200" b="1">
              <a:solidFill>
                <a:srgbClr val="0A012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rgbClr val="0A0120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n" sz="3200" b="1">
                <a:solidFill>
                  <a:srgbClr val="0A0120"/>
                </a:solidFill>
                <a:highlight>
                  <a:srgbClr val="0A0120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" sz="3200" b="1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" sz="3200" b="1">
                <a:latin typeface="Courier New"/>
                <a:ea typeface="Courier New"/>
                <a:cs typeface="Courier New"/>
                <a:sym typeface="Courier New"/>
              </a:rPr>
              <a:t>$ban</a:t>
            </a:r>
            <a:endParaRPr sz="32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3200" b="1">
                <a:solidFill>
                  <a:srgbClr val="0A0120"/>
                </a:solidFill>
                <a:highlight>
                  <a:srgbClr val="0A0120"/>
                </a:highlight>
                <a:latin typeface="Courier New"/>
                <a:ea typeface="Courier New"/>
                <a:cs typeface="Courier New"/>
                <a:sym typeface="Courier New"/>
              </a:rPr>
              <a:t>an</a:t>
            </a:r>
            <a:r>
              <a:rPr lang="en" sz="3200" b="1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" sz="3200" b="1">
                <a:latin typeface="Courier New"/>
                <a:ea typeface="Courier New"/>
                <a:cs typeface="Courier New"/>
                <a:sym typeface="Courier New"/>
              </a:rPr>
              <a:t>na$b</a:t>
            </a:r>
            <a:endParaRPr sz="32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rgbClr val="0A0120"/>
                </a:solidFill>
                <a:highlight>
                  <a:srgbClr val="0A0120"/>
                </a:highlight>
                <a:latin typeface="Courier New"/>
                <a:ea typeface="Courier New"/>
                <a:cs typeface="Courier New"/>
                <a:sym typeface="Courier New"/>
              </a:rPr>
              <a:t>ab</a:t>
            </a:r>
            <a:r>
              <a:rPr lang="en" sz="3200" b="1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" sz="3200" b="1">
                <a:latin typeface="Courier New"/>
                <a:ea typeface="Courier New"/>
                <a:cs typeface="Courier New"/>
                <a:sym typeface="Courier New"/>
              </a:rPr>
              <a:t>nana</a:t>
            </a:r>
            <a:endParaRPr sz="32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3200" b="1">
                <a:solidFill>
                  <a:srgbClr val="0A0120"/>
                </a:solidFill>
                <a:latin typeface="Courier New"/>
                <a:ea typeface="Courier New"/>
                <a:cs typeface="Courier New"/>
                <a:sym typeface="Courier New"/>
              </a:rPr>
              <a:t>na</a:t>
            </a:r>
            <a:r>
              <a:rPr lang="en" sz="3200" b="1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b</a:t>
            </a:r>
            <a:r>
              <a:rPr lang="en" sz="3200" b="1">
                <a:latin typeface="Courier New"/>
                <a:ea typeface="Courier New"/>
                <a:cs typeface="Courier New"/>
                <a:sym typeface="Courier New"/>
              </a:rPr>
              <a:t>anan</a:t>
            </a:r>
            <a:endParaRPr sz="32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rgbClr val="0A0120"/>
                </a:solidFill>
                <a:highlight>
                  <a:srgbClr val="0A0120"/>
                </a:highlight>
                <a:latin typeface="Courier New"/>
                <a:ea typeface="Courier New"/>
                <a:cs typeface="Courier New"/>
                <a:sym typeface="Courier New"/>
              </a:rPr>
              <a:t>an</a:t>
            </a:r>
            <a:r>
              <a:rPr lang="en" sz="3200" b="1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n" sz="3200" b="1">
                <a:latin typeface="Courier New"/>
                <a:ea typeface="Courier New"/>
                <a:cs typeface="Courier New"/>
                <a:sym typeface="Courier New"/>
              </a:rPr>
              <a:t>a$ba</a:t>
            </a:r>
            <a:endParaRPr sz="32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rgbClr val="0A0120"/>
                </a:solidFill>
                <a:highlight>
                  <a:srgbClr val="0A0120"/>
                </a:highlight>
                <a:latin typeface="Courier New"/>
                <a:ea typeface="Courier New"/>
                <a:cs typeface="Courier New"/>
                <a:sym typeface="Courier New"/>
              </a:rPr>
              <a:t>$b</a:t>
            </a:r>
            <a:r>
              <a:rPr lang="en" sz="3200" b="1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n" sz="3200" b="1">
                <a:latin typeface="Courier New"/>
                <a:ea typeface="Courier New"/>
                <a:cs typeface="Courier New"/>
                <a:sym typeface="Courier New"/>
              </a:rPr>
              <a:t>ana$</a:t>
            </a:r>
            <a:endParaRPr sz="32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b="1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78"/>
          <p:cNvSpPr txBox="1">
            <a:spLocks noGrp="1"/>
          </p:cNvSpPr>
          <p:nvPr>
            <p:ph type="subTitle" idx="1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Decoding</a:t>
            </a:r>
            <a:endParaRPr sz="2400"/>
          </a:p>
        </p:txBody>
      </p:sp>
      <p:sp>
        <p:nvSpPr>
          <p:cNvPr id="541" name="Google Shape;541;p78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20</a:t>
            </a:fld>
            <a:endParaRPr/>
          </a:p>
        </p:txBody>
      </p:sp>
      <p:sp>
        <p:nvSpPr>
          <p:cNvPr id="542" name="Google Shape;542;p78"/>
          <p:cNvSpPr txBox="1"/>
          <p:nvPr/>
        </p:nvSpPr>
        <p:spPr>
          <a:xfrm>
            <a:off x="449850" y="936575"/>
            <a:ext cx="5003100" cy="4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2"/>
                </a:solidFill>
                <a:latin typeface="Barlow Light"/>
                <a:ea typeface="Barlow Light"/>
                <a:cs typeface="Barlow Light"/>
                <a:sym typeface="Barlow Light"/>
              </a:rPr>
              <a:t>Prepend annb$aa as column</a:t>
            </a:r>
            <a:endParaRPr sz="1900">
              <a:solidFill>
                <a:schemeClr val="lt2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solidFill>
                <a:schemeClr val="lt2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pic>
        <p:nvPicPr>
          <p:cNvPr id="543" name="Google Shape;543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3338241" flipH="1">
            <a:off x="7002650" y="3043578"/>
            <a:ext cx="2302198" cy="1158274"/>
          </a:xfrm>
          <a:prstGeom prst="rect">
            <a:avLst/>
          </a:prstGeom>
          <a:noFill/>
          <a:ln>
            <a:noFill/>
          </a:ln>
        </p:spPr>
      </p:pic>
      <p:sp>
        <p:nvSpPr>
          <p:cNvPr id="544" name="Google Shape;544;p78"/>
          <p:cNvSpPr txBox="1">
            <a:spLocks noGrp="1"/>
          </p:cNvSpPr>
          <p:nvPr>
            <p:ph type="title"/>
          </p:nvPr>
        </p:nvSpPr>
        <p:spPr>
          <a:xfrm>
            <a:off x="2310925" y="1493416"/>
            <a:ext cx="2541000" cy="308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rgbClr val="0A0120"/>
                </a:solidFill>
                <a:highlight>
                  <a:srgbClr val="0A0120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" sz="3200" b="1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" sz="3200" b="1">
                <a:latin typeface="Courier New"/>
                <a:ea typeface="Courier New"/>
                <a:cs typeface="Courier New"/>
                <a:sym typeface="Courier New"/>
              </a:rPr>
              <a:t>$bana</a:t>
            </a:r>
            <a:endParaRPr sz="3200" b="1">
              <a:solidFill>
                <a:srgbClr val="0A012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rgbClr val="0A0120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n" sz="3200" b="1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n" sz="3200" b="1">
                <a:latin typeface="Courier New"/>
                <a:ea typeface="Courier New"/>
                <a:cs typeface="Courier New"/>
                <a:sym typeface="Courier New"/>
              </a:rPr>
              <a:t>a$ban</a:t>
            </a:r>
            <a:endParaRPr sz="32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rgbClr val="0A0120"/>
                </a:solidFill>
                <a:highlight>
                  <a:srgbClr val="0A0120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" sz="3200" b="1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n" sz="3200" b="1">
                <a:latin typeface="Courier New"/>
                <a:ea typeface="Courier New"/>
                <a:cs typeface="Courier New"/>
                <a:sym typeface="Courier New"/>
              </a:rPr>
              <a:t>ana$b</a:t>
            </a:r>
            <a:endParaRPr sz="32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rgbClr val="0A0120"/>
                </a:solidFill>
                <a:highlight>
                  <a:srgbClr val="0A0120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" sz="3200" b="1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b</a:t>
            </a:r>
            <a:r>
              <a:rPr lang="en" sz="3200" b="1">
                <a:latin typeface="Courier New"/>
                <a:ea typeface="Courier New"/>
                <a:cs typeface="Courier New"/>
                <a:sym typeface="Courier New"/>
              </a:rPr>
              <a:t>anana</a:t>
            </a:r>
            <a:endParaRPr sz="32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rgbClr val="0A0120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n" sz="3200" b="1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$</a:t>
            </a:r>
            <a:r>
              <a:rPr lang="en" sz="3200" b="1">
                <a:latin typeface="Courier New"/>
                <a:ea typeface="Courier New"/>
                <a:cs typeface="Courier New"/>
                <a:sym typeface="Courier New"/>
              </a:rPr>
              <a:t>banan</a:t>
            </a:r>
            <a:endParaRPr sz="32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rgbClr val="0A0120"/>
                </a:solidFill>
                <a:highlight>
                  <a:srgbClr val="0A0120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" sz="3200" b="1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" sz="3200" b="1">
                <a:latin typeface="Courier New"/>
                <a:ea typeface="Courier New"/>
                <a:cs typeface="Courier New"/>
                <a:sym typeface="Courier New"/>
              </a:rPr>
              <a:t>na$ba</a:t>
            </a:r>
            <a:endParaRPr sz="32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rgbClr val="0A0120"/>
                </a:solidFill>
                <a:highlight>
                  <a:srgbClr val="0A0120"/>
                </a:highlight>
                <a:latin typeface="Courier New"/>
                <a:ea typeface="Courier New"/>
                <a:cs typeface="Courier New"/>
                <a:sym typeface="Courier New"/>
              </a:rPr>
              <a:t>$</a:t>
            </a:r>
            <a:r>
              <a:rPr lang="en" sz="3200" b="1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" sz="3200" b="1">
                <a:latin typeface="Courier New"/>
                <a:ea typeface="Courier New"/>
                <a:cs typeface="Courier New"/>
                <a:sym typeface="Courier New"/>
              </a:rPr>
              <a:t>nana$</a:t>
            </a:r>
            <a:endParaRPr sz="32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b="1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79"/>
          <p:cNvSpPr txBox="1">
            <a:spLocks noGrp="1"/>
          </p:cNvSpPr>
          <p:nvPr>
            <p:ph type="subTitle" idx="1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Decoding</a:t>
            </a:r>
            <a:endParaRPr sz="2400"/>
          </a:p>
        </p:txBody>
      </p:sp>
      <p:sp>
        <p:nvSpPr>
          <p:cNvPr id="550" name="Google Shape;550;p79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21</a:t>
            </a:fld>
            <a:endParaRPr/>
          </a:p>
        </p:txBody>
      </p:sp>
      <p:sp>
        <p:nvSpPr>
          <p:cNvPr id="551" name="Google Shape;551;p79"/>
          <p:cNvSpPr txBox="1"/>
          <p:nvPr/>
        </p:nvSpPr>
        <p:spPr>
          <a:xfrm>
            <a:off x="449850" y="936575"/>
            <a:ext cx="5003100" cy="4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  <a:latin typeface="Barlow Light"/>
                <a:ea typeface="Barlow Light"/>
                <a:cs typeface="Barlow Light"/>
                <a:sym typeface="Barlow Light"/>
              </a:rPr>
              <a:t>Sort</a:t>
            </a:r>
            <a:endParaRPr sz="1900">
              <a:solidFill>
                <a:schemeClr val="lt2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solidFill>
                <a:schemeClr val="lt2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pic>
        <p:nvPicPr>
          <p:cNvPr id="552" name="Google Shape;552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3338241" flipH="1">
            <a:off x="7002650" y="3043578"/>
            <a:ext cx="2302198" cy="1158274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79"/>
          <p:cNvSpPr txBox="1">
            <a:spLocks noGrp="1"/>
          </p:cNvSpPr>
          <p:nvPr>
            <p:ph type="title"/>
          </p:nvPr>
        </p:nvSpPr>
        <p:spPr>
          <a:xfrm>
            <a:off x="2310925" y="1493416"/>
            <a:ext cx="2541000" cy="308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3200" b="1">
                <a:solidFill>
                  <a:srgbClr val="0A0120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n" sz="3200" b="1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$</a:t>
            </a:r>
            <a:r>
              <a:rPr lang="en" sz="3200" b="1">
                <a:latin typeface="Courier New"/>
                <a:ea typeface="Courier New"/>
                <a:cs typeface="Courier New"/>
                <a:sym typeface="Courier New"/>
              </a:rPr>
              <a:t>banan</a:t>
            </a:r>
            <a:endParaRPr sz="3200" b="1">
              <a:solidFill>
                <a:srgbClr val="0A0120"/>
              </a:solidFill>
              <a:highlight>
                <a:srgbClr val="0A012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rgbClr val="0A0120"/>
                </a:solidFill>
                <a:highlight>
                  <a:srgbClr val="0A0120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" sz="3200" b="1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" sz="3200" b="1">
                <a:latin typeface="Courier New"/>
                <a:ea typeface="Courier New"/>
                <a:cs typeface="Courier New"/>
                <a:sym typeface="Courier New"/>
              </a:rPr>
              <a:t>$bana</a:t>
            </a:r>
            <a:endParaRPr sz="32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3200" b="1">
                <a:solidFill>
                  <a:srgbClr val="0A0120"/>
                </a:solidFill>
                <a:highlight>
                  <a:srgbClr val="0A0120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" sz="3200" b="1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" sz="3200" b="1">
                <a:latin typeface="Courier New"/>
                <a:ea typeface="Courier New"/>
                <a:cs typeface="Courier New"/>
                <a:sym typeface="Courier New"/>
              </a:rPr>
              <a:t>na$ba</a:t>
            </a:r>
            <a:endParaRPr sz="32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rgbClr val="0A0120"/>
                </a:solidFill>
                <a:highlight>
                  <a:srgbClr val="0A0120"/>
                </a:highlight>
                <a:latin typeface="Courier New"/>
                <a:ea typeface="Courier New"/>
                <a:cs typeface="Courier New"/>
                <a:sym typeface="Courier New"/>
              </a:rPr>
              <a:t>$</a:t>
            </a:r>
            <a:r>
              <a:rPr lang="en" sz="3200" b="1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" sz="3200" b="1">
                <a:latin typeface="Courier New"/>
                <a:ea typeface="Courier New"/>
                <a:cs typeface="Courier New"/>
                <a:sym typeface="Courier New"/>
              </a:rPr>
              <a:t>nana$</a:t>
            </a:r>
            <a:endParaRPr sz="32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3200" b="1">
                <a:solidFill>
                  <a:srgbClr val="0A0120"/>
                </a:solidFill>
                <a:highlight>
                  <a:srgbClr val="0A0120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" sz="3200" b="1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b</a:t>
            </a:r>
            <a:r>
              <a:rPr lang="en" sz="3200" b="1">
                <a:latin typeface="Courier New"/>
                <a:ea typeface="Courier New"/>
                <a:cs typeface="Courier New"/>
                <a:sym typeface="Courier New"/>
              </a:rPr>
              <a:t>anana</a:t>
            </a:r>
            <a:endParaRPr sz="32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rgbClr val="0A0120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n" sz="3200" b="1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n" sz="3200" b="1">
                <a:latin typeface="Courier New"/>
                <a:ea typeface="Courier New"/>
                <a:cs typeface="Courier New"/>
                <a:sym typeface="Courier New"/>
              </a:rPr>
              <a:t>a$ban</a:t>
            </a:r>
            <a:endParaRPr sz="32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rgbClr val="0A0120"/>
                </a:solidFill>
                <a:highlight>
                  <a:srgbClr val="0A0120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" sz="3200" b="1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n" sz="3200" b="1">
                <a:latin typeface="Courier New"/>
                <a:ea typeface="Courier New"/>
                <a:cs typeface="Courier New"/>
                <a:sym typeface="Courier New"/>
              </a:rPr>
              <a:t>ana$b</a:t>
            </a:r>
            <a:endParaRPr sz="32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b="1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subTitle" idx="1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Decoding</a:t>
            </a:r>
            <a:endParaRPr sz="2400"/>
          </a:p>
        </p:txBody>
      </p:sp>
      <p:sp>
        <p:nvSpPr>
          <p:cNvPr id="559" name="Google Shape;559;p80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22</a:t>
            </a:fld>
            <a:endParaRPr/>
          </a:p>
        </p:txBody>
      </p:sp>
      <p:sp>
        <p:nvSpPr>
          <p:cNvPr id="560" name="Google Shape;560;p80"/>
          <p:cNvSpPr txBox="1"/>
          <p:nvPr/>
        </p:nvSpPr>
        <p:spPr>
          <a:xfrm>
            <a:off x="449850" y="936575"/>
            <a:ext cx="5003100" cy="4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2"/>
                </a:solidFill>
                <a:latin typeface="Barlow Light"/>
                <a:ea typeface="Barlow Light"/>
                <a:cs typeface="Barlow Light"/>
                <a:sym typeface="Barlow Light"/>
              </a:rPr>
              <a:t>Prepend annb$aa as column</a:t>
            </a:r>
            <a:endParaRPr sz="1900">
              <a:solidFill>
                <a:schemeClr val="lt2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solidFill>
                <a:schemeClr val="lt2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solidFill>
                <a:schemeClr val="lt2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pic>
        <p:nvPicPr>
          <p:cNvPr id="561" name="Google Shape;561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3338241" flipH="1">
            <a:off x="7002650" y="3043578"/>
            <a:ext cx="2302198" cy="1158274"/>
          </a:xfrm>
          <a:prstGeom prst="rect">
            <a:avLst/>
          </a:prstGeom>
          <a:noFill/>
          <a:ln>
            <a:noFill/>
          </a:ln>
        </p:spPr>
      </p:pic>
      <p:sp>
        <p:nvSpPr>
          <p:cNvPr id="562" name="Google Shape;562;p80"/>
          <p:cNvSpPr txBox="1">
            <a:spLocks noGrp="1"/>
          </p:cNvSpPr>
          <p:nvPr>
            <p:ph type="title"/>
          </p:nvPr>
        </p:nvSpPr>
        <p:spPr>
          <a:xfrm>
            <a:off x="2310925" y="1493416"/>
            <a:ext cx="2541000" cy="308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" sz="3200" b="1">
                <a:latin typeface="Courier New"/>
                <a:ea typeface="Courier New"/>
                <a:cs typeface="Courier New"/>
                <a:sym typeface="Courier New"/>
              </a:rPr>
              <a:t>$banan</a:t>
            </a:r>
            <a:endParaRPr sz="3200" b="1">
              <a:solidFill>
                <a:srgbClr val="0A0120"/>
              </a:solidFill>
              <a:highlight>
                <a:srgbClr val="0A012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n" sz="3200" b="1">
                <a:latin typeface="Courier New"/>
                <a:ea typeface="Courier New"/>
                <a:cs typeface="Courier New"/>
                <a:sym typeface="Courier New"/>
              </a:rPr>
              <a:t>a$bana</a:t>
            </a:r>
            <a:endParaRPr sz="32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n" sz="3200" b="1">
                <a:latin typeface="Courier New"/>
                <a:ea typeface="Courier New"/>
                <a:cs typeface="Courier New"/>
                <a:sym typeface="Courier New"/>
              </a:rPr>
              <a:t>ana$ba</a:t>
            </a:r>
            <a:endParaRPr sz="32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b</a:t>
            </a:r>
            <a:r>
              <a:rPr lang="en" sz="3200" b="1">
                <a:latin typeface="Courier New"/>
                <a:ea typeface="Courier New"/>
                <a:cs typeface="Courier New"/>
                <a:sym typeface="Courier New"/>
              </a:rPr>
              <a:t>anana$</a:t>
            </a:r>
            <a:endParaRPr sz="32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$</a:t>
            </a:r>
            <a:r>
              <a:rPr lang="en" sz="3200" b="1">
                <a:latin typeface="Courier New"/>
                <a:ea typeface="Courier New"/>
                <a:cs typeface="Courier New"/>
                <a:sym typeface="Courier New"/>
              </a:rPr>
              <a:t>banana</a:t>
            </a:r>
            <a:endParaRPr sz="32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" sz="3200" b="1">
                <a:latin typeface="Courier New"/>
                <a:ea typeface="Courier New"/>
                <a:cs typeface="Courier New"/>
                <a:sym typeface="Courier New"/>
              </a:rPr>
              <a:t>na$ban</a:t>
            </a:r>
            <a:endParaRPr sz="32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" sz="3200" b="1">
                <a:latin typeface="Courier New"/>
                <a:ea typeface="Courier New"/>
                <a:cs typeface="Courier New"/>
                <a:sym typeface="Courier New"/>
              </a:rPr>
              <a:t>nana$b</a:t>
            </a:r>
            <a:endParaRPr sz="32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b="1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81"/>
          <p:cNvSpPr txBox="1">
            <a:spLocks noGrp="1"/>
          </p:cNvSpPr>
          <p:nvPr>
            <p:ph type="subTitle" idx="1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Decoding</a:t>
            </a:r>
            <a:endParaRPr sz="2400"/>
          </a:p>
        </p:txBody>
      </p:sp>
      <p:sp>
        <p:nvSpPr>
          <p:cNvPr id="568" name="Google Shape;568;p81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23</a:t>
            </a:fld>
            <a:endParaRPr/>
          </a:p>
        </p:txBody>
      </p:sp>
      <p:sp>
        <p:nvSpPr>
          <p:cNvPr id="569" name="Google Shape;569;p81"/>
          <p:cNvSpPr txBox="1"/>
          <p:nvPr/>
        </p:nvSpPr>
        <p:spPr>
          <a:xfrm>
            <a:off x="449850" y="936575"/>
            <a:ext cx="5003100" cy="4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  <a:latin typeface="Barlow Light"/>
                <a:ea typeface="Barlow Light"/>
                <a:cs typeface="Barlow Light"/>
                <a:sym typeface="Barlow Light"/>
              </a:rPr>
              <a:t>Sort</a:t>
            </a:r>
            <a:endParaRPr sz="1900">
              <a:solidFill>
                <a:schemeClr val="lt2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solidFill>
                <a:schemeClr val="lt2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solidFill>
                <a:schemeClr val="lt2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pic>
        <p:nvPicPr>
          <p:cNvPr id="570" name="Google Shape;570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3338241" flipH="1">
            <a:off x="7002650" y="3043578"/>
            <a:ext cx="2302198" cy="1158274"/>
          </a:xfrm>
          <a:prstGeom prst="rect">
            <a:avLst/>
          </a:prstGeom>
          <a:noFill/>
          <a:ln>
            <a:noFill/>
          </a:ln>
        </p:spPr>
      </p:pic>
      <p:sp>
        <p:nvSpPr>
          <p:cNvPr id="571" name="Google Shape;571;p81"/>
          <p:cNvSpPr txBox="1">
            <a:spLocks noGrp="1"/>
          </p:cNvSpPr>
          <p:nvPr>
            <p:ph type="title"/>
          </p:nvPr>
        </p:nvSpPr>
        <p:spPr>
          <a:xfrm>
            <a:off x="2310925" y="1493416"/>
            <a:ext cx="2541000" cy="308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3200" b="1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$</a:t>
            </a:r>
            <a:r>
              <a:rPr lang="en" sz="3200" b="1">
                <a:latin typeface="Courier New"/>
                <a:ea typeface="Courier New"/>
                <a:cs typeface="Courier New"/>
                <a:sym typeface="Courier New"/>
              </a:rPr>
              <a:t>banana</a:t>
            </a:r>
            <a:endParaRPr sz="3200" b="1">
              <a:highlight>
                <a:srgbClr val="FF202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" sz="3200" b="1">
                <a:latin typeface="Courier New"/>
                <a:ea typeface="Courier New"/>
                <a:cs typeface="Courier New"/>
                <a:sym typeface="Courier New"/>
              </a:rPr>
              <a:t>$banan</a:t>
            </a:r>
            <a:endParaRPr sz="32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3200" b="1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" sz="3200" b="1">
                <a:latin typeface="Courier New"/>
                <a:ea typeface="Courier New"/>
                <a:cs typeface="Courier New"/>
                <a:sym typeface="Courier New"/>
              </a:rPr>
              <a:t>na$ban</a:t>
            </a:r>
            <a:endParaRPr sz="32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3200" b="1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" sz="3200" b="1">
                <a:latin typeface="Courier New"/>
                <a:ea typeface="Courier New"/>
                <a:cs typeface="Courier New"/>
                <a:sym typeface="Courier New"/>
              </a:rPr>
              <a:t>nana$b</a:t>
            </a:r>
            <a:endParaRPr sz="32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n" sz="3200" b="1">
                <a:latin typeface="Courier New"/>
                <a:ea typeface="Courier New"/>
                <a:cs typeface="Courier New"/>
                <a:sym typeface="Courier New"/>
              </a:rPr>
              <a:t>a$bana</a:t>
            </a:r>
            <a:endParaRPr sz="32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n" sz="3200" b="1">
                <a:latin typeface="Courier New"/>
                <a:ea typeface="Courier New"/>
                <a:cs typeface="Courier New"/>
                <a:sym typeface="Courier New"/>
              </a:rPr>
              <a:t>ana$ba</a:t>
            </a:r>
            <a:endParaRPr sz="32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b</a:t>
            </a:r>
            <a:r>
              <a:rPr lang="en" sz="3200" b="1">
                <a:latin typeface="Courier New"/>
                <a:ea typeface="Courier New"/>
                <a:cs typeface="Courier New"/>
                <a:sym typeface="Courier New"/>
              </a:rPr>
              <a:t>anana$</a:t>
            </a:r>
            <a:endParaRPr sz="32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b="1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82"/>
          <p:cNvSpPr txBox="1">
            <a:spLocks noGrp="1"/>
          </p:cNvSpPr>
          <p:nvPr>
            <p:ph type="subTitle" idx="1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Decoding</a:t>
            </a:r>
            <a:endParaRPr sz="2400"/>
          </a:p>
        </p:txBody>
      </p:sp>
      <p:sp>
        <p:nvSpPr>
          <p:cNvPr id="577" name="Google Shape;577;p82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24</a:t>
            </a:fld>
            <a:endParaRPr/>
          </a:p>
        </p:txBody>
      </p:sp>
      <p:sp>
        <p:nvSpPr>
          <p:cNvPr id="578" name="Google Shape;578;p82"/>
          <p:cNvSpPr txBox="1"/>
          <p:nvPr/>
        </p:nvSpPr>
        <p:spPr>
          <a:xfrm>
            <a:off x="449850" y="936575"/>
            <a:ext cx="5003100" cy="4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  <a:latin typeface="Barlow Light"/>
                <a:ea typeface="Barlow Light"/>
                <a:cs typeface="Barlow Light"/>
                <a:sym typeface="Barlow Light"/>
              </a:rPr>
              <a:t>First row is original string</a:t>
            </a:r>
            <a:endParaRPr sz="1900">
              <a:solidFill>
                <a:schemeClr val="lt2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solidFill>
                <a:schemeClr val="lt2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solidFill>
                <a:schemeClr val="lt2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pic>
        <p:nvPicPr>
          <p:cNvPr id="579" name="Google Shape;579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3338241" flipH="1">
            <a:off x="7002650" y="3043578"/>
            <a:ext cx="2302198" cy="1158274"/>
          </a:xfrm>
          <a:prstGeom prst="rect">
            <a:avLst/>
          </a:prstGeom>
          <a:noFill/>
          <a:ln>
            <a:noFill/>
          </a:ln>
        </p:spPr>
      </p:pic>
      <p:sp>
        <p:nvSpPr>
          <p:cNvPr id="580" name="Google Shape;580;p82"/>
          <p:cNvSpPr txBox="1">
            <a:spLocks noGrp="1"/>
          </p:cNvSpPr>
          <p:nvPr>
            <p:ph type="title"/>
          </p:nvPr>
        </p:nvSpPr>
        <p:spPr>
          <a:xfrm>
            <a:off x="2310925" y="1493416"/>
            <a:ext cx="2541000" cy="308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highlight>
                  <a:schemeClr val="accent2"/>
                </a:highlight>
                <a:latin typeface="Courier New"/>
                <a:ea typeface="Courier New"/>
                <a:cs typeface="Courier New"/>
                <a:sym typeface="Courier New"/>
              </a:rPr>
              <a:t>$banana</a:t>
            </a:r>
            <a:endParaRPr sz="3200" b="1">
              <a:highlight>
                <a:schemeClr val="accent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latin typeface="Courier New"/>
                <a:ea typeface="Courier New"/>
                <a:cs typeface="Courier New"/>
                <a:sym typeface="Courier New"/>
              </a:rPr>
              <a:t>a$banan</a:t>
            </a:r>
            <a:endParaRPr sz="32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latin typeface="Courier New"/>
                <a:ea typeface="Courier New"/>
                <a:cs typeface="Courier New"/>
                <a:sym typeface="Courier New"/>
              </a:rPr>
              <a:t>ana$ban</a:t>
            </a:r>
            <a:endParaRPr sz="32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latin typeface="Courier New"/>
                <a:ea typeface="Courier New"/>
                <a:cs typeface="Courier New"/>
                <a:sym typeface="Courier New"/>
              </a:rPr>
              <a:t>anana$b</a:t>
            </a:r>
            <a:endParaRPr sz="32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latin typeface="Courier New"/>
                <a:ea typeface="Courier New"/>
                <a:cs typeface="Courier New"/>
                <a:sym typeface="Courier New"/>
              </a:rPr>
              <a:t>na$bana</a:t>
            </a:r>
            <a:endParaRPr sz="32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latin typeface="Courier New"/>
                <a:ea typeface="Courier New"/>
                <a:cs typeface="Courier New"/>
                <a:sym typeface="Courier New"/>
              </a:rPr>
              <a:t>nana$ba</a:t>
            </a:r>
            <a:endParaRPr sz="32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latin typeface="Courier New"/>
                <a:ea typeface="Courier New"/>
                <a:cs typeface="Courier New"/>
                <a:sym typeface="Courier New"/>
              </a:rPr>
              <a:t>banana$</a:t>
            </a:r>
            <a:endParaRPr sz="32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b="1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83"/>
          <p:cNvSpPr txBox="1">
            <a:spLocks noGrp="1"/>
          </p:cNvSpPr>
          <p:nvPr>
            <p:ph type="subTitle" idx="1"/>
          </p:nvPr>
        </p:nvSpPr>
        <p:spPr>
          <a:xfrm>
            <a:off x="480427" y="290625"/>
            <a:ext cx="5150100" cy="33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2400"/>
              <a:t>Optimizations - Encoding</a:t>
            </a:r>
            <a:endParaRPr sz="2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86" name="Google Shape;586;p83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25</a:t>
            </a:fld>
            <a:endParaRPr/>
          </a:p>
        </p:txBody>
      </p:sp>
      <p:sp>
        <p:nvSpPr>
          <p:cNvPr id="587" name="Google Shape;587;p83"/>
          <p:cNvSpPr txBox="1"/>
          <p:nvPr/>
        </p:nvSpPr>
        <p:spPr>
          <a:xfrm>
            <a:off x="480425" y="1002375"/>
            <a:ext cx="6698100" cy="14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Barlow Light"/>
              <a:buChar char="-"/>
            </a:pPr>
            <a:r>
              <a:rPr lang="en" sz="1500">
                <a:solidFill>
                  <a:schemeClr val="lt2"/>
                </a:solidFill>
                <a:latin typeface="Barlow Light"/>
                <a:ea typeface="Barlow Light"/>
                <a:cs typeface="Barlow Light"/>
                <a:sym typeface="Barlow Light"/>
              </a:rPr>
              <a:t>In practice, uses suffix arrays rather than building out each rotation</a:t>
            </a:r>
            <a:endParaRPr sz="1500">
              <a:solidFill>
                <a:schemeClr val="lt2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Barlow Light"/>
              <a:buChar char="-"/>
            </a:pPr>
            <a:r>
              <a:rPr lang="en" sz="1500">
                <a:solidFill>
                  <a:schemeClr val="lt2"/>
                </a:solidFill>
                <a:latin typeface="Barlow Light"/>
                <a:ea typeface="Barlow Light"/>
                <a:cs typeface="Barlow Light"/>
                <a:sym typeface="Barlow Light"/>
              </a:rPr>
              <a:t>Can sort in </a:t>
            </a:r>
            <a:r>
              <a:rPr lang="en" sz="1500" b="1">
                <a:solidFill>
                  <a:schemeClr val="lt2"/>
                </a:solidFill>
                <a:latin typeface="Barlow"/>
                <a:ea typeface="Barlow"/>
                <a:cs typeface="Barlow"/>
                <a:sym typeface="Barlow"/>
              </a:rPr>
              <a:t>O(nlogn)</a:t>
            </a:r>
            <a:r>
              <a:rPr lang="en" sz="1500">
                <a:solidFill>
                  <a:schemeClr val="lt2"/>
                </a:solidFill>
                <a:latin typeface="Barlow Light"/>
                <a:ea typeface="Barlow Light"/>
                <a:cs typeface="Barlow Light"/>
                <a:sym typeface="Barlow Light"/>
              </a:rPr>
              <a:t> time with a doubling prefix check approach </a:t>
            </a:r>
            <a:endParaRPr sz="1500">
              <a:solidFill>
                <a:schemeClr val="lt2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lt2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lt2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lt2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588" name="Google Shape;588;p83"/>
          <p:cNvSpPr txBox="1"/>
          <p:nvPr/>
        </p:nvSpPr>
        <p:spPr>
          <a:xfrm>
            <a:off x="3984225" y="1972250"/>
            <a:ext cx="1378800" cy="24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$</a:t>
            </a:r>
            <a:endParaRPr sz="21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chemeClr val="lt2"/>
                </a:solidFill>
                <a:highlight>
                  <a:schemeClr val="accent2"/>
                </a:highlight>
                <a:latin typeface="Courier New"/>
                <a:ea typeface="Courier New"/>
                <a:cs typeface="Courier New"/>
                <a:sym typeface="Courier New"/>
              </a:rPr>
              <a:t>a$</a:t>
            </a:r>
            <a:endParaRPr sz="21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chemeClr val="lt2"/>
                </a:solidFill>
                <a:highlight>
                  <a:schemeClr val="accent2"/>
                </a:highlight>
                <a:latin typeface="Courier New"/>
                <a:ea typeface="Courier New"/>
                <a:cs typeface="Courier New"/>
                <a:sym typeface="Courier New"/>
              </a:rPr>
              <a:t>an</a:t>
            </a:r>
            <a:r>
              <a:rPr lang="en" sz="2100" b="1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an</a:t>
            </a:r>
            <a:r>
              <a:rPr lang="en" sz="210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a$</a:t>
            </a:r>
            <a:endParaRPr sz="21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chemeClr val="lt2"/>
                </a:solidFill>
                <a:highlight>
                  <a:schemeClr val="accent2"/>
                </a:highlight>
                <a:latin typeface="Courier New"/>
                <a:ea typeface="Courier New"/>
                <a:cs typeface="Courier New"/>
                <a:sym typeface="Courier New"/>
              </a:rPr>
              <a:t>an</a:t>
            </a:r>
            <a:r>
              <a:rPr lang="en" sz="2100" b="1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a$</a:t>
            </a:r>
            <a:endParaRPr sz="21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banana$</a:t>
            </a:r>
            <a:endParaRPr sz="21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chemeClr val="lt2"/>
                </a:solidFill>
                <a:highlight>
                  <a:schemeClr val="accent2"/>
                </a:highlight>
                <a:latin typeface="Courier New"/>
                <a:ea typeface="Courier New"/>
                <a:cs typeface="Courier New"/>
                <a:sym typeface="Courier New"/>
              </a:rPr>
              <a:t>na</a:t>
            </a:r>
            <a:r>
              <a:rPr lang="en" sz="2100" b="1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na</a:t>
            </a:r>
            <a:r>
              <a:rPr lang="en" sz="210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$</a:t>
            </a:r>
            <a:endParaRPr sz="21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chemeClr val="lt2"/>
                </a:solidFill>
                <a:highlight>
                  <a:schemeClr val="accent2"/>
                </a:highlight>
                <a:latin typeface="Courier New"/>
                <a:ea typeface="Courier New"/>
                <a:cs typeface="Courier New"/>
                <a:sym typeface="Courier New"/>
              </a:rPr>
              <a:t>na</a:t>
            </a:r>
            <a:r>
              <a:rPr lang="en" sz="2100" b="1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$</a:t>
            </a:r>
            <a:endParaRPr sz="2100" b="1">
              <a:solidFill>
                <a:schemeClr val="lt2"/>
              </a:solidFill>
              <a:highlight>
                <a:schemeClr val="accent2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89" name="Google Shape;589;p83"/>
          <p:cNvSpPr txBox="1"/>
          <p:nvPr/>
        </p:nvSpPr>
        <p:spPr>
          <a:xfrm>
            <a:off x="0" y="0"/>
            <a:ext cx="30000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600" b="1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90" name="Google Shape;590;p83"/>
          <p:cNvSpPr txBox="1"/>
          <p:nvPr/>
        </p:nvSpPr>
        <p:spPr>
          <a:xfrm>
            <a:off x="322125" y="1972250"/>
            <a:ext cx="1378800" cy="27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chemeClr val="lt2"/>
                </a:solidFill>
                <a:highlight>
                  <a:schemeClr val="accent2"/>
                </a:highlight>
                <a:latin typeface="Courier New"/>
                <a:ea typeface="Courier New"/>
                <a:cs typeface="Courier New"/>
                <a:sym typeface="Courier New"/>
              </a:rPr>
              <a:t>b</a:t>
            </a:r>
            <a:r>
              <a:rPr lang="en" sz="210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anana$</a:t>
            </a:r>
            <a:endParaRPr sz="21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chemeClr val="lt2"/>
                </a:solidFill>
                <a:highlight>
                  <a:schemeClr val="accent2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" sz="210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nana$</a:t>
            </a:r>
            <a:endParaRPr sz="21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chemeClr val="lt2"/>
                </a:solidFill>
                <a:highlight>
                  <a:schemeClr val="accent2"/>
                </a:highlight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n" sz="210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ana$</a:t>
            </a:r>
            <a:endParaRPr sz="21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chemeClr val="lt2"/>
                </a:solidFill>
                <a:highlight>
                  <a:schemeClr val="accent2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" sz="210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na$</a:t>
            </a:r>
            <a:endParaRPr sz="21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chemeClr val="lt2"/>
                </a:solidFill>
                <a:highlight>
                  <a:schemeClr val="accent2"/>
                </a:highlight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n" sz="210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a$</a:t>
            </a:r>
            <a:endParaRPr sz="21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chemeClr val="lt2"/>
                </a:solidFill>
                <a:highlight>
                  <a:schemeClr val="accent2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" sz="210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$</a:t>
            </a:r>
            <a:endParaRPr sz="21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chemeClr val="lt2"/>
                </a:solidFill>
                <a:highlight>
                  <a:schemeClr val="accent2"/>
                </a:highlight>
                <a:latin typeface="Courier New"/>
                <a:ea typeface="Courier New"/>
                <a:cs typeface="Courier New"/>
                <a:sym typeface="Courier New"/>
              </a:rPr>
              <a:t>$</a:t>
            </a:r>
            <a:endParaRPr sz="21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 b="1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91" name="Google Shape;591;p83"/>
          <p:cNvSpPr txBox="1"/>
          <p:nvPr/>
        </p:nvSpPr>
        <p:spPr>
          <a:xfrm>
            <a:off x="2153175" y="1972250"/>
            <a:ext cx="1378800" cy="27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2100" b="1">
                <a:solidFill>
                  <a:schemeClr val="lt2"/>
                </a:solidFill>
                <a:highlight>
                  <a:schemeClr val="accent2"/>
                </a:highlight>
                <a:latin typeface="Courier New"/>
                <a:ea typeface="Courier New"/>
                <a:cs typeface="Courier New"/>
                <a:sym typeface="Courier New"/>
              </a:rPr>
              <a:t>$</a:t>
            </a:r>
            <a:endParaRPr sz="21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2100" b="1">
                <a:solidFill>
                  <a:schemeClr val="lt2"/>
                </a:solidFill>
                <a:highlight>
                  <a:schemeClr val="accent2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" sz="2100" b="1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n" sz="210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ana$</a:t>
            </a:r>
            <a:endParaRPr sz="21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2100" b="1">
                <a:solidFill>
                  <a:schemeClr val="lt2"/>
                </a:solidFill>
                <a:highlight>
                  <a:schemeClr val="accent2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" sz="2100" b="1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n" sz="210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a$</a:t>
            </a:r>
            <a:endParaRPr sz="21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2100" b="1">
                <a:solidFill>
                  <a:schemeClr val="lt2"/>
                </a:solidFill>
                <a:highlight>
                  <a:schemeClr val="accent2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" sz="2100" b="1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$</a:t>
            </a:r>
            <a:endParaRPr sz="21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chemeClr val="lt2"/>
                </a:solidFill>
                <a:highlight>
                  <a:schemeClr val="accent2"/>
                </a:highlight>
                <a:latin typeface="Courier New"/>
                <a:ea typeface="Courier New"/>
                <a:cs typeface="Courier New"/>
                <a:sym typeface="Courier New"/>
              </a:rPr>
              <a:t>b</a:t>
            </a:r>
            <a:r>
              <a:rPr lang="en" sz="2100" b="1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" sz="210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nana$</a:t>
            </a:r>
            <a:endParaRPr sz="21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chemeClr val="lt2"/>
                </a:solidFill>
                <a:highlight>
                  <a:schemeClr val="accent2"/>
                </a:highlight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n" sz="2100" b="1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" sz="210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na$</a:t>
            </a:r>
            <a:endParaRPr sz="21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chemeClr val="lt2"/>
                </a:solidFill>
                <a:highlight>
                  <a:schemeClr val="accent2"/>
                </a:highlight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n" sz="2100" b="1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" sz="210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$</a:t>
            </a:r>
            <a:endParaRPr sz="21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 b="1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92" name="Google Shape;592;p83"/>
          <p:cNvSpPr txBox="1"/>
          <p:nvPr/>
        </p:nvSpPr>
        <p:spPr>
          <a:xfrm>
            <a:off x="2038925" y="1972250"/>
            <a:ext cx="528000" cy="7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rgbClr val="FF0000"/>
                </a:solidFill>
                <a:latin typeface="Barlow"/>
                <a:ea typeface="Barlow"/>
                <a:cs typeface="Barlow"/>
                <a:sym typeface="Barlow"/>
              </a:rPr>
              <a:t>[</a:t>
            </a:r>
            <a:endParaRPr sz="2100" b="1">
              <a:solidFill>
                <a:srgbClr val="FF0000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93" name="Google Shape;593;p83"/>
          <p:cNvSpPr txBox="1"/>
          <p:nvPr/>
        </p:nvSpPr>
        <p:spPr>
          <a:xfrm>
            <a:off x="1819066" y="2040015"/>
            <a:ext cx="528000" cy="7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400">
                <a:solidFill>
                  <a:srgbClr val="FF0000"/>
                </a:solidFill>
                <a:latin typeface="Barlow Light"/>
                <a:ea typeface="Barlow Light"/>
                <a:cs typeface="Barlow Light"/>
                <a:sym typeface="Barlow Light"/>
              </a:rPr>
              <a:t>[</a:t>
            </a:r>
            <a:endParaRPr sz="8400">
              <a:solidFill>
                <a:srgbClr val="FF0000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594" name="Google Shape;594;p83"/>
          <p:cNvSpPr txBox="1"/>
          <p:nvPr/>
        </p:nvSpPr>
        <p:spPr>
          <a:xfrm>
            <a:off x="2038925" y="3294075"/>
            <a:ext cx="528000" cy="7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rgbClr val="FF0000"/>
                </a:solidFill>
                <a:latin typeface="Barlow"/>
                <a:ea typeface="Barlow"/>
                <a:cs typeface="Barlow"/>
                <a:sym typeface="Barlow"/>
              </a:rPr>
              <a:t>[</a:t>
            </a:r>
            <a:endParaRPr sz="2100" b="1">
              <a:solidFill>
                <a:srgbClr val="FF0000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95" name="Google Shape;595;p83"/>
          <p:cNvSpPr txBox="1"/>
          <p:nvPr/>
        </p:nvSpPr>
        <p:spPr>
          <a:xfrm>
            <a:off x="1963500" y="3535125"/>
            <a:ext cx="528000" cy="7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rgbClr val="FF0000"/>
                </a:solidFill>
                <a:latin typeface="Barlow Light"/>
                <a:ea typeface="Barlow Light"/>
                <a:cs typeface="Barlow Light"/>
                <a:sym typeface="Barlow Light"/>
              </a:rPr>
              <a:t>[</a:t>
            </a:r>
            <a:endParaRPr sz="4800">
              <a:solidFill>
                <a:srgbClr val="FF0000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596" name="Google Shape;596;p83"/>
          <p:cNvSpPr txBox="1"/>
          <p:nvPr/>
        </p:nvSpPr>
        <p:spPr>
          <a:xfrm>
            <a:off x="1818575" y="1972250"/>
            <a:ext cx="6699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✔</a:t>
            </a:r>
            <a:endParaRPr sz="21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97" name="Google Shape;597;p83"/>
          <p:cNvSpPr txBox="1"/>
          <p:nvPr/>
        </p:nvSpPr>
        <p:spPr>
          <a:xfrm>
            <a:off x="1818575" y="3265125"/>
            <a:ext cx="6699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✔</a:t>
            </a:r>
            <a:endParaRPr sz="21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98" name="Google Shape;598;p83"/>
          <p:cNvSpPr txBox="1"/>
          <p:nvPr/>
        </p:nvSpPr>
        <p:spPr>
          <a:xfrm>
            <a:off x="3643880" y="2040015"/>
            <a:ext cx="528000" cy="7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400">
                <a:solidFill>
                  <a:srgbClr val="FF0000"/>
                </a:solidFill>
                <a:latin typeface="Barlow Light"/>
                <a:ea typeface="Barlow Light"/>
                <a:cs typeface="Barlow Light"/>
                <a:sym typeface="Barlow Light"/>
              </a:rPr>
              <a:t>[</a:t>
            </a:r>
            <a:endParaRPr sz="8400">
              <a:solidFill>
                <a:srgbClr val="FF0000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599" name="Google Shape;599;p83"/>
          <p:cNvSpPr txBox="1"/>
          <p:nvPr/>
        </p:nvSpPr>
        <p:spPr>
          <a:xfrm>
            <a:off x="3790250" y="3535125"/>
            <a:ext cx="528000" cy="7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rgbClr val="FF0000"/>
                </a:solidFill>
                <a:latin typeface="Barlow Light"/>
                <a:ea typeface="Barlow Light"/>
                <a:cs typeface="Barlow Light"/>
                <a:sym typeface="Barlow Light"/>
              </a:rPr>
              <a:t>[</a:t>
            </a:r>
            <a:endParaRPr sz="4800">
              <a:solidFill>
                <a:srgbClr val="FF0000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600" name="Google Shape;600;p83"/>
          <p:cNvSpPr txBox="1"/>
          <p:nvPr/>
        </p:nvSpPr>
        <p:spPr>
          <a:xfrm>
            <a:off x="6017275" y="1972250"/>
            <a:ext cx="1378800" cy="27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$</a:t>
            </a:r>
            <a:endParaRPr sz="21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chemeClr val="lt2"/>
                </a:solidFill>
                <a:highlight>
                  <a:schemeClr val="accent2"/>
                </a:highlight>
                <a:latin typeface="Courier New"/>
                <a:ea typeface="Courier New"/>
                <a:cs typeface="Courier New"/>
                <a:sym typeface="Courier New"/>
              </a:rPr>
              <a:t>a$</a:t>
            </a:r>
            <a:endParaRPr sz="21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2100" b="1">
                <a:solidFill>
                  <a:schemeClr val="lt2"/>
                </a:solidFill>
                <a:highlight>
                  <a:schemeClr val="accent2"/>
                </a:highlight>
                <a:latin typeface="Courier New"/>
                <a:ea typeface="Courier New"/>
                <a:cs typeface="Courier New"/>
                <a:sym typeface="Courier New"/>
              </a:rPr>
              <a:t>ana$</a:t>
            </a:r>
            <a:endParaRPr sz="21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chemeClr val="lt2"/>
                </a:solidFill>
                <a:highlight>
                  <a:schemeClr val="accent2"/>
                </a:highlight>
                <a:latin typeface="Courier New"/>
                <a:ea typeface="Courier New"/>
                <a:cs typeface="Courier New"/>
                <a:sym typeface="Courier New"/>
              </a:rPr>
              <a:t>anan</a:t>
            </a:r>
            <a:r>
              <a:rPr lang="en" sz="210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a$</a:t>
            </a:r>
            <a:endParaRPr sz="21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banana$</a:t>
            </a:r>
            <a:endParaRPr sz="21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2100" b="1">
                <a:solidFill>
                  <a:schemeClr val="lt2"/>
                </a:solidFill>
                <a:highlight>
                  <a:schemeClr val="accent2"/>
                </a:highlight>
                <a:latin typeface="Courier New"/>
                <a:ea typeface="Courier New"/>
                <a:cs typeface="Courier New"/>
                <a:sym typeface="Courier New"/>
              </a:rPr>
              <a:t>na$</a:t>
            </a:r>
            <a:endParaRPr sz="2100" b="1">
              <a:solidFill>
                <a:schemeClr val="lt2"/>
              </a:solidFill>
              <a:highlight>
                <a:schemeClr val="accent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chemeClr val="lt2"/>
                </a:solidFill>
                <a:highlight>
                  <a:schemeClr val="accent2"/>
                </a:highlight>
                <a:latin typeface="Courier New"/>
                <a:ea typeface="Courier New"/>
                <a:cs typeface="Courier New"/>
                <a:sym typeface="Courier New"/>
              </a:rPr>
              <a:t>nana</a:t>
            </a:r>
            <a:r>
              <a:rPr lang="en" sz="210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$</a:t>
            </a:r>
            <a:endParaRPr sz="21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 b="1">
              <a:solidFill>
                <a:schemeClr val="lt2"/>
              </a:solidFill>
              <a:highlight>
                <a:schemeClr val="accent2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01" name="Google Shape;601;p83"/>
          <p:cNvSpPr txBox="1"/>
          <p:nvPr/>
        </p:nvSpPr>
        <p:spPr>
          <a:xfrm>
            <a:off x="5680844" y="2040015"/>
            <a:ext cx="528000" cy="7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400">
                <a:solidFill>
                  <a:srgbClr val="FF0000"/>
                </a:solidFill>
                <a:latin typeface="Barlow Light"/>
                <a:ea typeface="Barlow Light"/>
                <a:cs typeface="Barlow Light"/>
                <a:sym typeface="Barlow Light"/>
              </a:rPr>
              <a:t>[</a:t>
            </a:r>
            <a:endParaRPr sz="8400">
              <a:solidFill>
                <a:srgbClr val="FF0000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602" name="Google Shape;602;p83"/>
          <p:cNvSpPr txBox="1"/>
          <p:nvPr/>
        </p:nvSpPr>
        <p:spPr>
          <a:xfrm>
            <a:off x="5823300" y="3535125"/>
            <a:ext cx="528000" cy="7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rgbClr val="FF0000"/>
                </a:solidFill>
                <a:latin typeface="Barlow Light"/>
                <a:ea typeface="Barlow Light"/>
                <a:cs typeface="Barlow Light"/>
                <a:sym typeface="Barlow Light"/>
              </a:rPr>
              <a:t>[</a:t>
            </a:r>
            <a:endParaRPr sz="4800">
              <a:solidFill>
                <a:srgbClr val="FF0000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603" name="Google Shape;603;p83"/>
          <p:cNvSpPr txBox="1"/>
          <p:nvPr/>
        </p:nvSpPr>
        <p:spPr>
          <a:xfrm>
            <a:off x="5541575" y="2703825"/>
            <a:ext cx="6699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✔</a:t>
            </a:r>
            <a:endParaRPr sz="21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04" name="Google Shape;604;p83"/>
          <p:cNvSpPr txBox="1"/>
          <p:nvPr/>
        </p:nvSpPr>
        <p:spPr>
          <a:xfrm>
            <a:off x="5541575" y="3773775"/>
            <a:ext cx="6699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✔</a:t>
            </a:r>
            <a:endParaRPr sz="21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05" name="Google Shape;605;p83"/>
          <p:cNvSpPr txBox="1"/>
          <p:nvPr/>
        </p:nvSpPr>
        <p:spPr>
          <a:xfrm>
            <a:off x="257250" y="4419650"/>
            <a:ext cx="13788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2"/>
                </a:solidFill>
                <a:latin typeface="Barlow Light"/>
                <a:ea typeface="Barlow Light"/>
                <a:cs typeface="Barlow Light"/>
                <a:sym typeface="Barlow Light"/>
              </a:rPr>
              <a:t>Start</a:t>
            </a:r>
            <a:endParaRPr/>
          </a:p>
        </p:txBody>
      </p:sp>
      <p:sp>
        <p:nvSpPr>
          <p:cNvPr id="606" name="Google Shape;606;p83"/>
          <p:cNvSpPr txBox="1"/>
          <p:nvPr/>
        </p:nvSpPr>
        <p:spPr>
          <a:xfrm>
            <a:off x="1963500" y="4380375"/>
            <a:ext cx="1437600" cy="9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2"/>
                </a:solidFill>
                <a:latin typeface="Barlow Light"/>
                <a:ea typeface="Barlow Light"/>
                <a:cs typeface="Barlow Light"/>
                <a:sym typeface="Barlow Light"/>
              </a:rPr>
              <a:t>1-length prefix</a:t>
            </a:r>
            <a:endParaRPr sz="1500">
              <a:solidFill>
                <a:schemeClr val="lt2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lt2"/>
                </a:solidFill>
                <a:latin typeface="Barlow Light"/>
                <a:ea typeface="Barlow Light"/>
                <a:cs typeface="Barlow Light"/>
                <a:sym typeface="Barlow Light"/>
              </a:rPr>
              <a:t>sorted</a:t>
            </a:r>
            <a:endParaRPr sz="1500">
              <a:solidFill>
                <a:schemeClr val="lt2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lt2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607" name="Google Shape;607;p83"/>
          <p:cNvSpPr txBox="1"/>
          <p:nvPr/>
        </p:nvSpPr>
        <p:spPr>
          <a:xfrm>
            <a:off x="3817975" y="4380375"/>
            <a:ext cx="1437600" cy="9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2"/>
                </a:solidFill>
                <a:latin typeface="Barlow Light"/>
                <a:ea typeface="Barlow Light"/>
                <a:cs typeface="Barlow Light"/>
                <a:sym typeface="Barlow Light"/>
              </a:rPr>
              <a:t>2-length prefix</a:t>
            </a:r>
            <a:endParaRPr sz="1500">
              <a:solidFill>
                <a:schemeClr val="lt2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2"/>
                </a:solidFill>
                <a:latin typeface="Barlow Light"/>
                <a:ea typeface="Barlow Light"/>
                <a:cs typeface="Barlow Light"/>
                <a:sym typeface="Barlow Light"/>
              </a:rPr>
              <a:t>sorted</a:t>
            </a:r>
            <a:endParaRPr sz="1500">
              <a:solidFill>
                <a:schemeClr val="lt2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lt2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608" name="Google Shape;608;p83"/>
          <p:cNvSpPr txBox="1"/>
          <p:nvPr/>
        </p:nvSpPr>
        <p:spPr>
          <a:xfrm>
            <a:off x="5819189" y="4399946"/>
            <a:ext cx="1574603" cy="981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2"/>
                </a:solidFill>
                <a:latin typeface="Barlow Light"/>
                <a:ea typeface="Barlow Light"/>
                <a:cs typeface="Barlow Light"/>
                <a:sym typeface="Barlow Light"/>
              </a:rPr>
              <a:t>4-length prefix</a:t>
            </a:r>
            <a:endParaRPr sz="1500">
              <a:solidFill>
                <a:schemeClr val="lt2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2"/>
                </a:solidFill>
                <a:latin typeface="Barlow Light"/>
                <a:ea typeface="Barlow Light"/>
                <a:cs typeface="Barlow Light"/>
                <a:sym typeface="Barlow Light"/>
              </a:rPr>
              <a:t>sorted</a:t>
            </a:r>
            <a:endParaRPr sz="1500">
              <a:solidFill>
                <a:schemeClr val="lt2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lt2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84"/>
          <p:cNvSpPr txBox="1">
            <a:spLocks noGrp="1"/>
          </p:cNvSpPr>
          <p:nvPr>
            <p:ph type="subTitle" idx="1"/>
          </p:nvPr>
        </p:nvSpPr>
        <p:spPr>
          <a:xfrm>
            <a:off x="480425" y="290625"/>
            <a:ext cx="5973000" cy="33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Optimizations - Induced Sorting</a:t>
            </a:r>
            <a:endParaRPr sz="2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14" name="Google Shape;614;p84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26</a:t>
            </a:fld>
            <a:endParaRPr/>
          </a:p>
        </p:txBody>
      </p:sp>
      <p:sp>
        <p:nvSpPr>
          <p:cNvPr id="615" name="Google Shape;615;p84"/>
          <p:cNvSpPr txBox="1"/>
          <p:nvPr/>
        </p:nvSpPr>
        <p:spPr>
          <a:xfrm>
            <a:off x="3564175" y="1384100"/>
            <a:ext cx="6817200" cy="16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Step 1:</a:t>
            </a:r>
            <a:endParaRPr sz="2000" b="1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Classify each position i into L or S</a:t>
            </a: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Scan right to left</a:t>
            </a: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S: string[i] &lt; string[i+1]</a:t>
            </a: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L: string[i] &gt; string[i+1]</a:t>
            </a: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If string[i] = string[i+1] 	set to same type</a:t>
            </a: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616" name="Google Shape;616;p84"/>
          <p:cNvSpPr txBox="1"/>
          <p:nvPr/>
        </p:nvSpPr>
        <p:spPr>
          <a:xfrm>
            <a:off x="431450" y="1114350"/>
            <a:ext cx="2832300" cy="32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O(n)	- SA - IS </a:t>
            </a: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(Suffix Array - Induced Sorting)</a:t>
            </a: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Sort suffixes of string</a:t>
            </a: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Suffixes are the prefixes of shifts</a:t>
            </a: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Suffix array</a:t>
            </a: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banana$</a:t>
            </a: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anana$</a:t>
            </a: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nana$</a:t>
            </a: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ana$</a:t>
            </a: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na$</a:t>
            </a: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a$</a:t>
            </a: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$</a:t>
            </a: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85"/>
          <p:cNvSpPr txBox="1">
            <a:spLocks noGrp="1"/>
          </p:cNvSpPr>
          <p:nvPr>
            <p:ph type="subTitle" idx="1"/>
          </p:nvPr>
        </p:nvSpPr>
        <p:spPr>
          <a:xfrm>
            <a:off x="480425" y="290625"/>
            <a:ext cx="5973000" cy="33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Optimizations - Induced Sorting</a:t>
            </a:r>
            <a:endParaRPr sz="2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22" name="Google Shape;622;p85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27</a:t>
            </a:fld>
            <a:endParaRPr/>
          </a:p>
        </p:txBody>
      </p:sp>
      <p:graphicFrame>
        <p:nvGraphicFramePr>
          <p:cNvPr id="623" name="Google Shape;623;p85"/>
          <p:cNvGraphicFramePr/>
          <p:nvPr/>
        </p:nvGraphicFramePr>
        <p:xfrm>
          <a:off x="952475" y="1011375"/>
          <a:ext cx="7239050" cy="2131875"/>
        </p:xfrm>
        <a:graphic>
          <a:graphicData uri="http://schemas.openxmlformats.org/drawingml/2006/table">
            <a:tbl>
              <a:tblPr>
                <a:noFill/>
                <a:tableStyleId>{A459CCF9-68A0-4872-80AA-E3C8BB3DD3FC}</a:tableStyleId>
              </a:tblPr>
              <a:tblGrid>
                <a:gridCol w="1034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4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4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4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4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341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341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106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$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06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06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24" name="Google Shape;624;p85"/>
          <p:cNvSpPr txBox="1"/>
          <p:nvPr/>
        </p:nvSpPr>
        <p:spPr>
          <a:xfrm>
            <a:off x="1921175" y="3640125"/>
            <a:ext cx="5076000" cy="130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Last char “$” is always S </a:t>
            </a: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86"/>
          <p:cNvSpPr txBox="1">
            <a:spLocks noGrp="1"/>
          </p:cNvSpPr>
          <p:nvPr>
            <p:ph type="subTitle" idx="1"/>
          </p:nvPr>
        </p:nvSpPr>
        <p:spPr>
          <a:xfrm>
            <a:off x="480425" y="290625"/>
            <a:ext cx="5973000" cy="33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Optimizations - Induced Sorting</a:t>
            </a:r>
            <a:endParaRPr sz="2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30" name="Google Shape;630;p86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28</a:t>
            </a:fld>
            <a:endParaRPr/>
          </a:p>
        </p:txBody>
      </p:sp>
      <p:graphicFrame>
        <p:nvGraphicFramePr>
          <p:cNvPr id="631" name="Google Shape;631;p86"/>
          <p:cNvGraphicFramePr/>
          <p:nvPr/>
        </p:nvGraphicFramePr>
        <p:xfrm>
          <a:off x="952475" y="1011375"/>
          <a:ext cx="7239050" cy="2131875"/>
        </p:xfrm>
        <a:graphic>
          <a:graphicData uri="http://schemas.openxmlformats.org/drawingml/2006/table">
            <a:tbl>
              <a:tblPr>
                <a:noFill/>
                <a:tableStyleId>{A459CCF9-68A0-4872-80AA-E3C8BB3DD3FC}</a:tableStyleId>
              </a:tblPr>
              <a:tblGrid>
                <a:gridCol w="1034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4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4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4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4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341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341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106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$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06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06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L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32" name="Google Shape;632;p86"/>
          <p:cNvSpPr txBox="1"/>
          <p:nvPr/>
        </p:nvSpPr>
        <p:spPr>
          <a:xfrm>
            <a:off x="2994025" y="3609475"/>
            <a:ext cx="3457500" cy="82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a &lt; $</a:t>
            </a:r>
            <a:endParaRPr sz="3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87"/>
          <p:cNvSpPr txBox="1">
            <a:spLocks noGrp="1"/>
          </p:cNvSpPr>
          <p:nvPr>
            <p:ph type="subTitle" idx="1"/>
          </p:nvPr>
        </p:nvSpPr>
        <p:spPr>
          <a:xfrm>
            <a:off x="480425" y="290625"/>
            <a:ext cx="5973000" cy="33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Optimizations - Induced Sorting</a:t>
            </a:r>
            <a:endParaRPr sz="2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38" name="Google Shape;638;p87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29</a:t>
            </a:fld>
            <a:endParaRPr/>
          </a:p>
        </p:txBody>
      </p:sp>
      <p:graphicFrame>
        <p:nvGraphicFramePr>
          <p:cNvPr id="639" name="Google Shape;639;p87"/>
          <p:cNvGraphicFramePr/>
          <p:nvPr/>
        </p:nvGraphicFramePr>
        <p:xfrm>
          <a:off x="952475" y="1011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{A459CCF9-68A0-4872-80AA-E3C8BB3DD3FC}</a:tableStyleId>
              </a:tblPr>
              <a:tblGrid>
                <a:gridCol w="1034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4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4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4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4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341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341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106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$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06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06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L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L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40" name="Google Shape;640;p87"/>
          <p:cNvSpPr txBox="1"/>
          <p:nvPr/>
        </p:nvSpPr>
        <p:spPr>
          <a:xfrm>
            <a:off x="3024675" y="3658525"/>
            <a:ext cx="2961000" cy="88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n &lt; a</a:t>
            </a:r>
            <a:endParaRPr sz="3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88"/>
          <p:cNvSpPr txBox="1">
            <a:spLocks noGrp="1"/>
          </p:cNvSpPr>
          <p:nvPr>
            <p:ph type="subTitle" idx="1"/>
          </p:nvPr>
        </p:nvSpPr>
        <p:spPr>
          <a:xfrm>
            <a:off x="480425" y="290625"/>
            <a:ext cx="5973000" cy="33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Optimizations - Induced Sorting</a:t>
            </a:r>
            <a:endParaRPr sz="2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46" name="Google Shape;646;p88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30</a:t>
            </a:fld>
            <a:endParaRPr/>
          </a:p>
        </p:txBody>
      </p:sp>
      <p:graphicFrame>
        <p:nvGraphicFramePr>
          <p:cNvPr id="647" name="Google Shape;647;p88"/>
          <p:cNvGraphicFramePr/>
          <p:nvPr/>
        </p:nvGraphicFramePr>
        <p:xfrm>
          <a:off x="952475" y="1011375"/>
          <a:ext cx="7239050" cy="2131875"/>
        </p:xfrm>
        <a:graphic>
          <a:graphicData uri="http://schemas.openxmlformats.org/drawingml/2006/table">
            <a:tbl>
              <a:tblPr>
                <a:noFill/>
                <a:tableStyleId>{A459CCF9-68A0-4872-80AA-E3C8BB3DD3FC}</a:tableStyleId>
              </a:tblPr>
              <a:tblGrid>
                <a:gridCol w="1034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4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4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4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4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341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341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106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$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06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06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L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L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L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L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89"/>
          <p:cNvSpPr txBox="1">
            <a:spLocks noGrp="1"/>
          </p:cNvSpPr>
          <p:nvPr>
            <p:ph type="subTitle" idx="1"/>
          </p:nvPr>
        </p:nvSpPr>
        <p:spPr>
          <a:xfrm>
            <a:off x="480425" y="290625"/>
            <a:ext cx="5973000" cy="33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Optimizations - Induced Sorting</a:t>
            </a:r>
            <a:endParaRPr sz="2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53" name="Google Shape;653;p89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31</a:t>
            </a:fld>
            <a:endParaRPr/>
          </a:p>
        </p:txBody>
      </p:sp>
      <p:sp>
        <p:nvSpPr>
          <p:cNvPr id="654" name="Google Shape;654;p89"/>
          <p:cNvSpPr txBox="1"/>
          <p:nvPr/>
        </p:nvSpPr>
        <p:spPr>
          <a:xfrm>
            <a:off x="664450" y="1157275"/>
            <a:ext cx="6817200" cy="16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Step 2:</a:t>
            </a:r>
            <a:endParaRPr sz="2000" b="1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Find LMS positions		Leftmost S-types</a:t>
            </a: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Index i is LMS if:</a:t>
            </a: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●"/>
            </a:pPr>
            <a:r>
              <a:rPr lang="en"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I is S-type</a:t>
            </a: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●"/>
            </a:pPr>
            <a:r>
              <a:rPr lang="en"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I-1 is L type</a:t>
            </a: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90"/>
          <p:cNvSpPr txBox="1">
            <a:spLocks noGrp="1"/>
          </p:cNvSpPr>
          <p:nvPr>
            <p:ph type="subTitle" idx="1"/>
          </p:nvPr>
        </p:nvSpPr>
        <p:spPr>
          <a:xfrm>
            <a:off x="480425" y="290625"/>
            <a:ext cx="5973000" cy="33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Optimizations - Induced Sorting</a:t>
            </a:r>
            <a:endParaRPr sz="2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60" name="Google Shape;660;p90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32</a:t>
            </a:fld>
            <a:endParaRPr/>
          </a:p>
        </p:txBody>
      </p:sp>
      <p:graphicFrame>
        <p:nvGraphicFramePr>
          <p:cNvPr id="661" name="Google Shape;661;p90"/>
          <p:cNvGraphicFramePr/>
          <p:nvPr>
            <p:extLst>
              <p:ext uri="{D42A27DB-BD31-4B8C-83A1-F6EECF244321}">
                <p14:modId xmlns:p14="http://schemas.microsoft.com/office/powerpoint/2010/main" val="1603890593"/>
              </p:ext>
            </p:extLst>
          </p:nvPr>
        </p:nvGraphicFramePr>
        <p:xfrm>
          <a:off x="952475" y="1011375"/>
          <a:ext cx="7239050" cy="2131875"/>
        </p:xfrm>
        <a:graphic>
          <a:graphicData uri="http://schemas.openxmlformats.org/drawingml/2006/table">
            <a:tbl>
              <a:tblPr>
                <a:noFill/>
                <a:tableStyleId>{A459CCF9-68A0-4872-80AA-E3C8BB3DD3FC}</a:tableStyleId>
              </a:tblPr>
              <a:tblGrid>
                <a:gridCol w="1034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4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4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4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4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341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341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106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$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06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06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L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 b="1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</a:t>
                      </a:r>
                      <a:endParaRPr sz="3200" b="1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L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 b="1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</a:t>
                      </a:r>
                      <a:endParaRPr sz="3200" b="1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L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L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 b="1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</a:t>
                      </a:r>
                      <a:endParaRPr sz="3200" b="1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62" name="Google Shape;662;p90"/>
          <p:cNvSpPr txBox="1"/>
          <p:nvPr/>
        </p:nvSpPr>
        <p:spPr>
          <a:xfrm>
            <a:off x="2068325" y="3278425"/>
            <a:ext cx="925800" cy="8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LMS</a:t>
            </a:r>
            <a:endParaRPr sz="3000">
              <a:solidFill>
                <a:schemeClr val="accent4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63" name="Google Shape;663;p90"/>
          <p:cNvSpPr txBox="1"/>
          <p:nvPr/>
        </p:nvSpPr>
        <p:spPr>
          <a:xfrm>
            <a:off x="4054925" y="3278425"/>
            <a:ext cx="925800" cy="8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LMS</a:t>
            </a:r>
            <a:endParaRPr sz="3000">
              <a:solidFill>
                <a:schemeClr val="accent4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64" name="Google Shape;664;p90"/>
          <p:cNvSpPr txBox="1"/>
          <p:nvPr/>
        </p:nvSpPr>
        <p:spPr>
          <a:xfrm>
            <a:off x="7197825" y="3278425"/>
            <a:ext cx="925800" cy="8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LMS</a:t>
            </a:r>
            <a:endParaRPr sz="3000">
              <a:solidFill>
                <a:schemeClr val="accent4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65" name="Google Shape;665;p90"/>
          <p:cNvSpPr txBox="1"/>
          <p:nvPr/>
        </p:nvSpPr>
        <p:spPr>
          <a:xfrm>
            <a:off x="1092700" y="3988700"/>
            <a:ext cx="6585000" cy="8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LMS positions: [1, 3, 6]</a:t>
            </a:r>
            <a:endParaRPr sz="3000">
              <a:solidFill>
                <a:schemeClr val="accent4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91"/>
          <p:cNvSpPr txBox="1">
            <a:spLocks noGrp="1"/>
          </p:cNvSpPr>
          <p:nvPr>
            <p:ph type="subTitle" idx="1"/>
          </p:nvPr>
        </p:nvSpPr>
        <p:spPr>
          <a:xfrm>
            <a:off x="480425" y="290625"/>
            <a:ext cx="5973000" cy="33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Optimizations - Induced Sorting</a:t>
            </a:r>
            <a:endParaRPr sz="2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71" name="Google Shape;671;p91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33</a:t>
            </a:fld>
            <a:endParaRPr/>
          </a:p>
        </p:txBody>
      </p:sp>
      <p:sp>
        <p:nvSpPr>
          <p:cNvPr id="672" name="Google Shape;672;p91"/>
          <p:cNvSpPr txBox="1"/>
          <p:nvPr/>
        </p:nvSpPr>
        <p:spPr>
          <a:xfrm>
            <a:off x="670575" y="1071450"/>
            <a:ext cx="6817200" cy="16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Step 3:</a:t>
            </a:r>
            <a:endParaRPr sz="2000" b="1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Count occurrences of characters</a:t>
            </a: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Prefix sum to get start and end positions for each character bucket</a:t>
            </a: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L suffixes placed at front of bucket</a:t>
            </a: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S suffixes placed at end of bucket</a:t>
            </a: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92"/>
          <p:cNvSpPr txBox="1">
            <a:spLocks noGrp="1"/>
          </p:cNvSpPr>
          <p:nvPr>
            <p:ph type="subTitle" idx="1"/>
          </p:nvPr>
        </p:nvSpPr>
        <p:spPr>
          <a:xfrm>
            <a:off x="480425" y="290625"/>
            <a:ext cx="5973000" cy="33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Optimizations - Induced Sorting</a:t>
            </a:r>
            <a:endParaRPr sz="2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78" name="Google Shape;678;p92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34</a:t>
            </a:fld>
            <a:endParaRPr/>
          </a:p>
        </p:txBody>
      </p:sp>
      <p:sp>
        <p:nvSpPr>
          <p:cNvPr id="679" name="Google Shape;679;p92"/>
          <p:cNvSpPr txBox="1">
            <a:spLocks noGrp="1"/>
          </p:cNvSpPr>
          <p:nvPr>
            <p:ph type="title"/>
          </p:nvPr>
        </p:nvSpPr>
        <p:spPr>
          <a:xfrm>
            <a:off x="938425" y="1198600"/>
            <a:ext cx="3201900" cy="7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latin typeface="Courier New"/>
                <a:ea typeface="Courier New"/>
                <a:cs typeface="Courier New"/>
                <a:sym typeface="Courier New"/>
              </a:rPr>
              <a:t>banana$</a:t>
            </a:r>
            <a:endParaRPr sz="2600"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graphicFrame>
        <p:nvGraphicFramePr>
          <p:cNvPr id="680" name="Google Shape;680;p92"/>
          <p:cNvGraphicFramePr/>
          <p:nvPr/>
        </p:nvGraphicFramePr>
        <p:xfrm>
          <a:off x="909550" y="2145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{A459CCF9-68A0-4872-80AA-E3C8BB3DD3FC}</a:tableStyleId>
              </a:tblPr>
              <a:tblGrid>
                <a:gridCol w="1034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4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4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4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106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$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06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06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1-3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5-6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81" name="Google Shape;681;p92"/>
          <p:cNvSpPr txBox="1"/>
          <p:nvPr/>
        </p:nvSpPr>
        <p:spPr>
          <a:xfrm>
            <a:off x="5329750" y="2978025"/>
            <a:ext cx="2378700" cy="52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Counts / bucket size</a:t>
            </a: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682" name="Google Shape;682;p92"/>
          <p:cNvSpPr txBox="1"/>
          <p:nvPr/>
        </p:nvSpPr>
        <p:spPr>
          <a:xfrm>
            <a:off x="5420825" y="3688325"/>
            <a:ext cx="2378700" cy="52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Positions</a:t>
            </a: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93"/>
          <p:cNvSpPr txBox="1">
            <a:spLocks noGrp="1"/>
          </p:cNvSpPr>
          <p:nvPr>
            <p:ph type="subTitle" idx="1"/>
          </p:nvPr>
        </p:nvSpPr>
        <p:spPr>
          <a:xfrm>
            <a:off x="480425" y="290625"/>
            <a:ext cx="5973000" cy="33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Optimizations - Induced Sorting</a:t>
            </a:r>
            <a:endParaRPr sz="2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88" name="Google Shape;688;p93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35</a:t>
            </a:fld>
            <a:endParaRPr/>
          </a:p>
        </p:txBody>
      </p:sp>
      <p:sp>
        <p:nvSpPr>
          <p:cNvPr id="689" name="Google Shape;689;p93"/>
          <p:cNvSpPr txBox="1"/>
          <p:nvPr/>
        </p:nvSpPr>
        <p:spPr>
          <a:xfrm>
            <a:off x="670575" y="1071450"/>
            <a:ext cx="6817200" cy="16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Step 4:</a:t>
            </a:r>
            <a:endParaRPr sz="2000" b="1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1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Place LMS indices into ends of buckets</a:t>
            </a: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Scan right to left</a:t>
            </a: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Starts constructing suffix array</a:t>
            </a: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94"/>
          <p:cNvSpPr txBox="1">
            <a:spLocks noGrp="1"/>
          </p:cNvSpPr>
          <p:nvPr>
            <p:ph type="subTitle" idx="1"/>
          </p:nvPr>
        </p:nvSpPr>
        <p:spPr>
          <a:xfrm>
            <a:off x="480425" y="290625"/>
            <a:ext cx="5973000" cy="33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Optimizations - Induced Sorting</a:t>
            </a:r>
            <a:endParaRPr sz="2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95" name="Google Shape;695;p94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36</a:t>
            </a:fld>
            <a:endParaRPr/>
          </a:p>
        </p:txBody>
      </p:sp>
      <p:graphicFrame>
        <p:nvGraphicFramePr>
          <p:cNvPr id="696" name="Google Shape;696;p94"/>
          <p:cNvGraphicFramePr/>
          <p:nvPr/>
        </p:nvGraphicFramePr>
        <p:xfrm>
          <a:off x="4840025" y="1158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{A459CCF9-68A0-4872-80AA-E3C8BB3DD3FC}</a:tableStyleId>
              </a:tblPr>
              <a:tblGrid>
                <a:gridCol w="739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9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9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9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0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$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b="1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2000" b="1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1-3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5-6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97" name="Google Shape;697;p94"/>
          <p:cNvSpPr txBox="1"/>
          <p:nvPr/>
        </p:nvSpPr>
        <p:spPr>
          <a:xfrm>
            <a:off x="7904550" y="1647725"/>
            <a:ext cx="2378700" cy="52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Counts / bucket size</a:t>
            </a:r>
            <a:endParaRPr sz="9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698" name="Google Shape;698;p94"/>
          <p:cNvSpPr txBox="1"/>
          <p:nvPr/>
        </p:nvSpPr>
        <p:spPr>
          <a:xfrm>
            <a:off x="7904550" y="2229775"/>
            <a:ext cx="2378700" cy="52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Positions</a:t>
            </a:r>
            <a:endParaRPr sz="9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699" name="Google Shape;699;p94"/>
          <p:cNvSpPr txBox="1"/>
          <p:nvPr/>
        </p:nvSpPr>
        <p:spPr>
          <a:xfrm>
            <a:off x="369300" y="954900"/>
            <a:ext cx="6585000" cy="8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LMS positions: [1, 3, </a:t>
            </a:r>
            <a:r>
              <a:rPr lang="en" sz="2000" b="1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r>
              <a:rPr lang="en" sz="2000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2000">
              <a:solidFill>
                <a:schemeClr val="accent4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aphicFrame>
        <p:nvGraphicFramePr>
          <p:cNvPr id="700" name="Google Shape;700;p94"/>
          <p:cNvGraphicFramePr/>
          <p:nvPr/>
        </p:nvGraphicFramePr>
        <p:xfrm>
          <a:off x="799225" y="3028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{A459CCF9-68A0-4872-80AA-E3C8BB3DD3FC}</a:tableStyleId>
              </a:tblPr>
              <a:tblGrid>
                <a:gridCol w="1034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4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4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4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4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341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341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106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06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01" name="Google Shape;701;p94"/>
          <p:cNvGraphicFramePr/>
          <p:nvPr/>
        </p:nvGraphicFramePr>
        <p:xfrm>
          <a:off x="1221725" y="1647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{A459CCF9-68A0-4872-80AA-E3C8BB3DD3FC}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48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b="1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$</a:t>
                      </a:r>
                      <a:endParaRPr sz="2000" b="1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8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b="1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</a:t>
                      </a:r>
                      <a:endParaRPr sz="2000" b="1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95"/>
          <p:cNvSpPr txBox="1">
            <a:spLocks noGrp="1"/>
          </p:cNvSpPr>
          <p:nvPr>
            <p:ph type="subTitle" idx="1"/>
          </p:nvPr>
        </p:nvSpPr>
        <p:spPr>
          <a:xfrm>
            <a:off x="480425" y="290625"/>
            <a:ext cx="5973000" cy="33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Optimizations - Induced Sorting</a:t>
            </a:r>
            <a:endParaRPr sz="2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07" name="Google Shape;707;p95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37</a:t>
            </a:fld>
            <a:endParaRPr/>
          </a:p>
        </p:txBody>
      </p:sp>
      <p:graphicFrame>
        <p:nvGraphicFramePr>
          <p:cNvPr id="708" name="Google Shape;708;p95"/>
          <p:cNvGraphicFramePr/>
          <p:nvPr/>
        </p:nvGraphicFramePr>
        <p:xfrm>
          <a:off x="4840025" y="1158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{A459CCF9-68A0-4872-80AA-E3C8BB3DD3FC}</a:tableStyleId>
              </a:tblPr>
              <a:tblGrid>
                <a:gridCol w="739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9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9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9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0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$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b="1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1-3</a:t>
                      </a:r>
                      <a:endParaRPr sz="2000" b="1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5-6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09" name="Google Shape;709;p95"/>
          <p:cNvSpPr txBox="1"/>
          <p:nvPr/>
        </p:nvSpPr>
        <p:spPr>
          <a:xfrm>
            <a:off x="7904550" y="1647725"/>
            <a:ext cx="2378700" cy="52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Counts / bucket size</a:t>
            </a:r>
            <a:endParaRPr sz="9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710" name="Google Shape;710;p95"/>
          <p:cNvSpPr txBox="1"/>
          <p:nvPr/>
        </p:nvSpPr>
        <p:spPr>
          <a:xfrm>
            <a:off x="7904550" y="2229775"/>
            <a:ext cx="2378700" cy="52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Positions</a:t>
            </a:r>
            <a:endParaRPr sz="9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711" name="Google Shape;711;p95"/>
          <p:cNvSpPr txBox="1"/>
          <p:nvPr/>
        </p:nvSpPr>
        <p:spPr>
          <a:xfrm>
            <a:off x="369300" y="954900"/>
            <a:ext cx="6585000" cy="8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LMS positions: [1, </a:t>
            </a:r>
            <a:r>
              <a:rPr lang="en" sz="2000" b="1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en" sz="2000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, 6]</a:t>
            </a:r>
            <a:endParaRPr sz="2000">
              <a:solidFill>
                <a:schemeClr val="accent4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aphicFrame>
        <p:nvGraphicFramePr>
          <p:cNvPr id="712" name="Google Shape;712;p95"/>
          <p:cNvGraphicFramePr/>
          <p:nvPr/>
        </p:nvGraphicFramePr>
        <p:xfrm>
          <a:off x="799225" y="3028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{A459CCF9-68A0-4872-80AA-E3C8BB3DD3FC}</a:tableStyleId>
              </a:tblPr>
              <a:tblGrid>
                <a:gridCol w="1034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4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4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4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4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341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341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106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06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13" name="Google Shape;713;p95"/>
          <p:cNvGraphicFramePr/>
          <p:nvPr/>
        </p:nvGraphicFramePr>
        <p:xfrm>
          <a:off x="1221725" y="1647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{A459CCF9-68A0-4872-80AA-E3C8BB3DD3FC}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48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b="1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</a:t>
                      </a:r>
                      <a:endParaRPr sz="2000" b="1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$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8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b="1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sz="2000" b="1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96"/>
          <p:cNvSpPr txBox="1">
            <a:spLocks noGrp="1"/>
          </p:cNvSpPr>
          <p:nvPr>
            <p:ph type="subTitle" idx="1"/>
          </p:nvPr>
        </p:nvSpPr>
        <p:spPr>
          <a:xfrm>
            <a:off x="480425" y="290625"/>
            <a:ext cx="5973000" cy="33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Optimizations - Induced Sorting</a:t>
            </a:r>
            <a:endParaRPr sz="2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19" name="Google Shape;719;p96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38</a:t>
            </a:fld>
            <a:endParaRPr/>
          </a:p>
        </p:txBody>
      </p:sp>
      <p:graphicFrame>
        <p:nvGraphicFramePr>
          <p:cNvPr id="720" name="Google Shape;720;p96"/>
          <p:cNvGraphicFramePr/>
          <p:nvPr/>
        </p:nvGraphicFramePr>
        <p:xfrm>
          <a:off x="4840025" y="1158475"/>
          <a:ext cx="2959500" cy="1592400"/>
        </p:xfrm>
        <a:graphic>
          <a:graphicData uri="http://schemas.openxmlformats.org/drawingml/2006/table">
            <a:tbl>
              <a:tblPr>
                <a:noFill/>
                <a:tableStyleId>{A459CCF9-68A0-4872-80AA-E3C8BB3DD3FC}</a:tableStyleId>
              </a:tblPr>
              <a:tblGrid>
                <a:gridCol w="739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9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9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9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0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$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b="1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1-3</a:t>
                      </a:r>
                      <a:endParaRPr sz="2000" b="1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5-6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21" name="Google Shape;721;p96"/>
          <p:cNvSpPr txBox="1"/>
          <p:nvPr/>
        </p:nvSpPr>
        <p:spPr>
          <a:xfrm>
            <a:off x="7904550" y="1647725"/>
            <a:ext cx="2378700" cy="52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Counts / bucket size</a:t>
            </a:r>
            <a:endParaRPr sz="9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722" name="Google Shape;722;p96"/>
          <p:cNvSpPr txBox="1"/>
          <p:nvPr/>
        </p:nvSpPr>
        <p:spPr>
          <a:xfrm>
            <a:off x="7904550" y="2229775"/>
            <a:ext cx="2378700" cy="52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Positions</a:t>
            </a:r>
            <a:endParaRPr sz="9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723" name="Google Shape;723;p96"/>
          <p:cNvSpPr txBox="1"/>
          <p:nvPr/>
        </p:nvSpPr>
        <p:spPr>
          <a:xfrm>
            <a:off x="369300" y="954900"/>
            <a:ext cx="6585000" cy="8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LMS positions: [</a:t>
            </a:r>
            <a:r>
              <a:rPr lang="en" sz="2000" b="1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" sz="2000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, 3, 6]</a:t>
            </a:r>
            <a:endParaRPr sz="2000">
              <a:solidFill>
                <a:schemeClr val="accent4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aphicFrame>
        <p:nvGraphicFramePr>
          <p:cNvPr id="724" name="Google Shape;724;p96"/>
          <p:cNvGraphicFramePr/>
          <p:nvPr/>
        </p:nvGraphicFramePr>
        <p:xfrm>
          <a:off x="799225" y="3028300"/>
          <a:ext cx="7239050" cy="1421250"/>
        </p:xfrm>
        <a:graphic>
          <a:graphicData uri="http://schemas.openxmlformats.org/drawingml/2006/table">
            <a:tbl>
              <a:tblPr>
                <a:noFill/>
                <a:tableStyleId>{A459CCF9-68A0-4872-80AA-E3C8BB3DD3FC}</a:tableStyleId>
              </a:tblPr>
              <a:tblGrid>
                <a:gridCol w="1034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4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4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4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4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341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341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106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 b="1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3200" b="1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06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25" name="Google Shape;725;p96"/>
          <p:cNvGraphicFramePr/>
          <p:nvPr/>
        </p:nvGraphicFramePr>
        <p:xfrm>
          <a:off x="1221725" y="1647725"/>
          <a:ext cx="2679950" cy="975300"/>
        </p:xfrm>
        <a:graphic>
          <a:graphicData uri="http://schemas.openxmlformats.org/drawingml/2006/table">
            <a:tbl>
              <a:tblPr>
                <a:noFill/>
                <a:tableStyleId>{A459CCF9-68A0-4872-80AA-E3C8BB3DD3FC}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48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b="1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</a:t>
                      </a:r>
                      <a:endParaRPr sz="2000" b="1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$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8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b="1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2000" b="1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97"/>
          <p:cNvSpPr txBox="1">
            <a:spLocks noGrp="1"/>
          </p:cNvSpPr>
          <p:nvPr>
            <p:ph type="subTitle" idx="1"/>
          </p:nvPr>
        </p:nvSpPr>
        <p:spPr>
          <a:xfrm>
            <a:off x="480425" y="290625"/>
            <a:ext cx="5973000" cy="33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Optimizations - Induced Sorting</a:t>
            </a:r>
            <a:endParaRPr sz="2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31" name="Google Shape;731;p97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39</a:t>
            </a:fld>
            <a:endParaRPr/>
          </a:p>
        </p:txBody>
      </p:sp>
      <p:sp>
        <p:nvSpPr>
          <p:cNvPr id="732" name="Google Shape;732;p97"/>
          <p:cNvSpPr txBox="1"/>
          <p:nvPr/>
        </p:nvSpPr>
        <p:spPr>
          <a:xfrm>
            <a:off x="670575" y="1071450"/>
            <a:ext cx="6817200" cy="16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Step 5:</a:t>
            </a:r>
            <a:endParaRPr sz="2000" b="1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1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Induce L suffixes</a:t>
            </a: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Scan current suffix array left to right</a:t>
            </a: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For each suffix index j:</a:t>
            </a: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	If j-1 is L-type:</a:t>
            </a: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		Insert at front of its bucket</a:t>
            </a: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98"/>
          <p:cNvSpPr txBox="1">
            <a:spLocks noGrp="1"/>
          </p:cNvSpPr>
          <p:nvPr>
            <p:ph type="subTitle" idx="1"/>
          </p:nvPr>
        </p:nvSpPr>
        <p:spPr>
          <a:xfrm>
            <a:off x="480425" y="290625"/>
            <a:ext cx="5973000" cy="33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Optimizations - Induced Sorting</a:t>
            </a:r>
            <a:endParaRPr sz="2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38" name="Google Shape;738;p98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40</a:t>
            </a:fld>
            <a:endParaRPr/>
          </a:p>
        </p:txBody>
      </p:sp>
      <p:graphicFrame>
        <p:nvGraphicFramePr>
          <p:cNvPr id="739" name="Google Shape;739;p98"/>
          <p:cNvGraphicFramePr/>
          <p:nvPr/>
        </p:nvGraphicFramePr>
        <p:xfrm>
          <a:off x="4840025" y="1158475"/>
          <a:ext cx="2959500" cy="1592400"/>
        </p:xfrm>
        <a:graphic>
          <a:graphicData uri="http://schemas.openxmlformats.org/drawingml/2006/table">
            <a:tbl>
              <a:tblPr>
                <a:noFill/>
                <a:tableStyleId>{A459CCF9-68A0-4872-80AA-E3C8BB3DD3FC}</a:tableStyleId>
              </a:tblPr>
              <a:tblGrid>
                <a:gridCol w="739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9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9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9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0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$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b="1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1-3</a:t>
                      </a:r>
                      <a:endParaRPr sz="2000" b="1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5-6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40" name="Google Shape;740;p98"/>
          <p:cNvSpPr txBox="1"/>
          <p:nvPr/>
        </p:nvSpPr>
        <p:spPr>
          <a:xfrm>
            <a:off x="7904550" y="1647725"/>
            <a:ext cx="2378700" cy="52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Counts / bucket size</a:t>
            </a:r>
            <a:endParaRPr sz="9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741" name="Google Shape;741;p98"/>
          <p:cNvSpPr txBox="1"/>
          <p:nvPr/>
        </p:nvSpPr>
        <p:spPr>
          <a:xfrm>
            <a:off x="7904550" y="2229775"/>
            <a:ext cx="2378700" cy="52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Positions</a:t>
            </a:r>
            <a:endParaRPr sz="9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742" name="Google Shape;742;p98"/>
          <p:cNvSpPr txBox="1"/>
          <p:nvPr/>
        </p:nvSpPr>
        <p:spPr>
          <a:xfrm>
            <a:off x="369300" y="954900"/>
            <a:ext cx="6585000" cy="8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LMS positions: [1, 3, 6]</a:t>
            </a:r>
            <a:endParaRPr sz="2000">
              <a:solidFill>
                <a:schemeClr val="accent4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aphicFrame>
        <p:nvGraphicFramePr>
          <p:cNvPr id="743" name="Google Shape;743;p98"/>
          <p:cNvGraphicFramePr/>
          <p:nvPr/>
        </p:nvGraphicFramePr>
        <p:xfrm>
          <a:off x="786975" y="2813725"/>
          <a:ext cx="7239050" cy="1421250"/>
        </p:xfrm>
        <a:graphic>
          <a:graphicData uri="http://schemas.openxmlformats.org/drawingml/2006/table">
            <a:tbl>
              <a:tblPr>
                <a:noFill/>
                <a:tableStyleId>{A459CCF9-68A0-4872-80AA-E3C8BB3DD3FC}</a:tableStyleId>
              </a:tblPr>
              <a:tblGrid>
                <a:gridCol w="1034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4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4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4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4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341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341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106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 b="1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</a:t>
                      </a:r>
                      <a:endParaRPr sz="3200" b="1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 b="1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 sz="3200" b="1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06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44" name="Google Shape;744;p98"/>
          <p:cNvGraphicFramePr/>
          <p:nvPr/>
        </p:nvGraphicFramePr>
        <p:xfrm>
          <a:off x="1221725" y="1647725"/>
          <a:ext cx="2679950" cy="975300"/>
        </p:xfrm>
        <a:graphic>
          <a:graphicData uri="http://schemas.openxmlformats.org/drawingml/2006/table">
            <a:tbl>
              <a:tblPr>
                <a:noFill/>
                <a:tableStyleId>{A459CCF9-68A0-4872-80AA-E3C8BB3DD3FC}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48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b="1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</a:t>
                      </a:r>
                      <a:endParaRPr sz="2000" b="1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$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8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b="1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 sz="2000" b="1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b="1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</a:t>
                      </a:r>
                      <a:endParaRPr sz="2000" b="1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45" name="Google Shape;745;p98"/>
          <p:cNvSpPr txBox="1"/>
          <p:nvPr/>
        </p:nvSpPr>
        <p:spPr>
          <a:xfrm>
            <a:off x="2307400" y="4400300"/>
            <a:ext cx="2225400" cy="5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6 - 1 = 5</a:t>
            </a:r>
            <a:endParaRPr sz="1500" b="1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99"/>
          <p:cNvSpPr txBox="1">
            <a:spLocks noGrp="1"/>
          </p:cNvSpPr>
          <p:nvPr>
            <p:ph type="subTitle" idx="1"/>
          </p:nvPr>
        </p:nvSpPr>
        <p:spPr>
          <a:xfrm>
            <a:off x="480425" y="290625"/>
            <a:ext cx="5973000" cy="33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Optimizations - Induced Sorting</a:t>
            </a:r>
            <a:endParaRPr sz="2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51" name="Google Shape;751;p99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41</a:t>
            </a:fld>
            <a:endParaRPr/>
          </a:p>
        </p:txBody>
      </p:sp>
      <p:graphicFrame>
        <p:nvGraphicFramePr>
          <p:cNvPr id="752" name="Google Shape;752;p99"/>
          <p:cNvGraphicFramePr/>
          <p:nvPr/>
        </p:nvGraphicFramePr>
        <p:xfrm>
          <a:off x="4840025" y="1158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{A459CCF9-68A0-4872-80AA-E3C8BB3DD3FC}</a:tableStyleId>
              </a:tblPr>
              <a:tblGrid>
                <a:gridCol w="739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9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9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9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0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$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1-3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b="1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5-6</a:t>
                      </a:r>
                      <a:endParaRPr sz="2000" b="1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53" name="Google Shape;753;p99"/>
          <p:cNvSpPr txBox="1"/>
          <p:nvPr/>
        </p:nvSpPr>
        <p:spPr>
          <a:xfrm>
            <a:off x="7904550" y="1647725"/>
            <a:ext cx="2378700" cy="52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Counts / bucket size</a:t>
            </a:r>
            <a:endParaRPr sz="9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754" name="Google Shape;754;p99"/>
          <p:cNvSpPr txBox="1"/>
          <p:nvPr/>
        </p:nvSpPr>
        <p:spPr>
          <a:xfrm>
            <a:off x="7904550" y="2229775"/>
            <a:ext cx="2378700" cy="52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Positions</a:t>
            </a:r>
            <a:endParaRPr sz="9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755" name="Google Shape;755;p99"/>
          <p:cNvSpPr txBox="1"/>
          <p:nvPr/>
        </p:nvSpPr>
        <p:spPr>
          <a:xfrm>
            <a:off x="369300" y="954900"/>
            <a:ext cx="6585000" cy="8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LMS positions: [1, 3, 6]</a:t>
            </a:r>
            <a:endParaRPr sz="2000">
              <a:solidFill>
                <a:schemeClr val="accent4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aphicFrame>
        <p:nvGraphicFramePr>
          <p:cNvPr id="756" name="Google Shape;756;p99"/>
          <p:cNvGraphicFramePr/>
          <p:nvPr/>
        </p:nvGraphicFramePr>
        <p:xfrm>
          <a:off x="786975" y="2813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{A459CCF9-68A0-4872-80AA-E3C8BB3DD3FC}</a:tableStyleId>
              </a:tblPr>
              <a:tblGrid>
                <a:gridCol w="1034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4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4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4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4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341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341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106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 b="1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 sz="3200" b="1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200" b="1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3200" b="1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06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57" name="Google Shape;757;p99"/>
          <p:cNvGraphicFramePr/>
          <p:nvPr/>
        </p:nvGraphicFramePr>
        <p:xfrm>
          <a:off x="1221725" y="1647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{A459CCF9-68A0-4872-80AA-E3C8BB3DD3FC}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48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b="1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</a:t>
                      </a:r>
                      <a:endParaRPr sz="2000" b="1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$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8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b="1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sz="2000" b="1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b="1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 sz="2000" b="1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58" name="Google Shape;758;p99"/>
          <p:cNvSpPr txBox="1"/>
          <p:nvPr/>
        </p:nvSpPr>
        <p:spPr>
          <a:xfrm>
            <a:off x="2307400" y="4400300"/>
            <a:ext cx="2225400" cy="5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5 - 1 = 4</a:t>
            </a:r>
            <a:endParaRPr sz="1500" b="1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100"/>
          <p:cNvSpPr txBox="1">
            <a:spLocks noGrp="1"/>
          </p:cNvSpPr>
          <p:nvPr>
            <p:ph type="subTitle" idx="1"/>
          </p:nvPr>
        </p:nvSpPr>
        <p:spPr>
          <a:xfrm>
            <a:off x="480425" y="290625"/>
            <a:ext cx="5973000" cy="33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Optimizations - Induced Sorting</a:t>
            </a:r>
            <a:endParaRPr sz="2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64" name="Google Shape;764;p100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42</a:t>
            </a:fld>
            <a:endParaRPr/>
          </a:p>
        </p:txBody>
      </p:sp>
      <p:graphicFrame>
        <p:nvGraphicFramePr>
          <p:cNvPr id="765" name="Google Shape;765;p100"/>
          <p:cNvGraphicFramePr/>
          <p:nvPr/>
        </p:nvGraphicFramePr>
        <p:xfrm>
          <a:off x="4840025" y="1158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{A459CCF9-68A0-4872-80AA-E3C8BB3DD3FC}</a:tableStyleId>
              </a:tblPr>
              <a:tblGrid>
                <a:gridCol w="739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9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9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9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0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$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1-3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b="1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sz="2000" b="1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5-6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66" name="Google Shape;766;p100"/>
          <p:cNvSpPr txBox="1"/>
          <p:nvPr/>
        </p:nvSpPr>
        <p:spPr>
          <a:xfrm>
            <a:off x="7904550" y="1647725"/>
            <a:ext cx="2378700" cy="52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Counts / bucket size</a:t>
            </a:r>
            <a:endParaRPr sz="9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767" name="Google Shape;767;p100"/>
          <p:cNvSpPr txBox="1"/>
          <p:nvPr/>
        </p:nvSpPr>
        <p:spPr>
          <a:xfrm>
            <a:off x="7904550" y="2229775"/>
            <a:ext cx="2378700" cy="52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Positions</a:t>
            </a:r>
            <a:endParaRPr sz="9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768" name="Google Shape;768;p100"/>
          <p:cNvSpPr txBox="1"/>
          <p:nvPr/>
        </p:nvSpPr>
        <p:spPr>
          <a:xfrm>
            <a:off x="369300" y="954900"/>
            <a:ext cx="6585000" cy="8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LMS positions: [1, 3, 6]</a:t>
            </a:r>
            <a:endParaRPr sz="2000">
              <a:solidFill>
                <a:schemeClr val="accent4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aphicFrame>
        <p:nvGraphicFramePr>
          <p:cNvPr id="769" name="Google Shape;769;p100"/>
          <p:cNvGraphicFramePr/>
          <p:nvPr/>
        </p:nvGraphicFramePr>
        <p:xfrm>
          <a:off x="786975" y="2813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{A459CCF9-68A0-4872-80AA-E3C8BB3DD3FC}</a:tableStyleId>
              </a:tblPr>
              <a:tblGrid>
                <a:gridCol w="1034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4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4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4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4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341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341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106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 b="1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3200" b="1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 b="1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3200" b="1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06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70" name="Google Shape;770;p100"/>
          <p:cNvGraphicFramePr/>
          <p:nvPr/>
        </p:nvGraphicFramePr>
        <p:xfrm>
          <a:off x="1221725" y="1647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{A459CCF9-68A0-4872-80AA-E3C8BB3DD3FC}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48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b="1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</a:t>
                      </a:r>
                      <a:endParaRPr sz="2000" b="1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b="1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</a:t>
                      </a:r>
                      <a:endParaRPr sz="2000" b="1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$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8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b="1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2000" b="1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b="1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2000" b="1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71" name="Google Shape;771;p100"/>
          <p:cNvSpPr txBox="1"/>
          <p:nvPr/>
        </p:nvSpPr>
        <p:spPr>
          <a:xfrm>
            <a:off x="2307400" y="4400300"/>
            <a:ext cx="2225400" cy="5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1 - 1 = 0</a:t>
            </a:r>
            <a:endParaRPr sz="1500" b="1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101"/>
          <p:cNvSpPr txBox="1">
            <a:spLocks noGrp="1"/>
          </p:cNvSpPr>
          <p:nvPr>
            <p:ph type="subTitle" idx="1"/>
          </p:nvPr>
        </p:nvSpPr>
        <p:spPr>
          <a:xfrm>
            <a:off x="480425" y="290625"/>
            <a:ext cx="5973000" cy="33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Optimizations - Induced Sorting</a:t>
            </a:r>
            <a:endParaRPr sz="2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77" name="Google Shape;777;p101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43</a:t>
            </a:fld>
            <a:endParaRPr/>
          </a:p>
        </p:txBody>
      </p:sp>
      <p:graphicFrame>
        <p:nvGraphicFramePr>
          <p:cNvPr id="778" name="Google Shape;778;p101"/>
          <p:cNvGraphicFramePr/>
          <p:nvPr/>
        </p:nvGraphicFramePr>
        <p:xfrm>
          <a:off x="4840025" y="1158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{A459CCF9-68A0-4872-80AA-E3C8BB3DD3FC}</a:tableStyleId>
              </a:tblPr>
              <a:tblGrid>
                <a:gridCol w="739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9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9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9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0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$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1-3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b="1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5-6</a:t>
                      </a:r>
                      <a:endParaRPr sz="2000" b="1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79" name="Google Shape;779;p101"/>
          <p:cNvSpPr txBox="1"/>
          <p:nvPr/>
        </p:nvSpPr>
        <p:spPr>
          <a:xfrm>
            <a:off x="7904550" y="1647725"/>
            <a:ext cx="2378700" cy="52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Counts / bucket size</a:t>
            </a:r>
            <a:endParaRPr sz="9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780" name="Google Shape;780;p101"/>
          <p:cNvSpPr txBox="1"/>
          <p:nvPr/>
        </p:nvSpPr>
        <p:spPr>
          <a:xfrm>
            <a:off x="7904550" y="2229775"/>
            <a:ext cx="2378700" cy="52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Positions</a:t>
            </a:r>
            <a:endParaRPr sz="9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781" name="Google Shape;781;p101"/>
          <p:cNvSpPr txBox="1"/>
          <p:nvPr/>
        </p:nvSpPr>
        <p:spPr>
          <a:xfrm>
            <a:off x="369300" y="954900"/>
            <a:ext cx="6585000" cy="8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LMS positions: [1, 3, 6]</a:t>
            </a:r>
            <a:endParaRPr sz="2000">
              <a:solidFill>
                <a:schemeClr val="accent4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aphicFrame>
        <p:nvGraphicFramePr>
          <p:cNvPr id="782" name="Google Shape;782;p101"/>
          <p:cNvGraphicFramePr/>
          <p:nvPr/>
        </p:nvGraphicFramePr>
        <p:xfrm>
          <a:off x="786975" y="2813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{A459CCF9-68A0-4872-80AA-E3C8BB3DD3FC}</a:tableStyleId>
              </a:tblPr>
              <a:tblGrid>
                <a:gridCol w="1034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4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4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4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4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341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341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106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 b="1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sz="3200" b="1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 b="1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sz="3200" b="1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06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83" name="Google Shape;783;p101"/>
          <p:cNvGraphicFramePr/>
          <p:nvPr/>
        </p:nvGraphicFramePr>
        <p:xfrm>
          <a:off x="1221725" y="1647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{A459CCF9-68A0-4872-80AA-E3C8BB3DD3FC}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48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b="1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</a:t>
                      </a:r>
                      <a:endParaRPr sz="2000" b="1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$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8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b="1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sz="2000" b="1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b="1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sz="2000" b="1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84" name="Google Shape;784;p101"/>
          <p:cNvSpPr txBox="1"/>
          <p:nvPr/>
        </p:nvSpPr>
        <p:spPr>
          <a:xfrm>
            <a:off x="2307400" y="4400300"/>
            <a:ext cx="2225400" cy="5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3 - 1 = 2</a:t>
            </a:r>
            <a:endParaRPr sz="1500" b="1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102"/>
          <p:cNvSpPr txBox="1">
            <a:spLocks noGrp="1"/>
          </p:cNvSpPr>
          <p:nvPr>
            <p:ph type="subTitle" idx="1"/>
          </p:nvPr>
        </p:nvSpPr>
        <p:spPr>
          <a:xfrm>
            <a:off x="480425" y="290625"/>
            <a:ext cx="5973000" cy="33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Optimizations - Induced Sorting</a:t>
            </a:r>
            <a:endParaRPr sz="2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90" name="Google Shape;790;p102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44</a:t>
            </a:fld>
            <a:endParaRPr/>
          </a:p>
        </p:txBody>
      </p:sp>
      <p:sp>
        <p:nvSpPr>
          <p:cNvPr id="791" name="Google Shape;791;p102"/>
          <p:cNvSpPr txBox="1"/>
          <p:nvPr/>
        </p:nvSpPr>
        <p:spPr>
          <a:xfrm>
            <a:off x="670575" y="1071450"/>
            <a:ext cx="6817200" cy="16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Step 6:</a:t>
            </a:r>
            <a:endParaRPr lang="en-US" sz="2000" b="1">
              <a:solidFill>
                <a:schemeClr val="dk1"/>
              </a:solidFill>
              <a:latin typeface="Barlow"/>
              <a:ea typeface="Barlow"/>
              <a:cs typeface="Barlo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1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Induce S suffixes</a:t>
            </a:r>
            <a:endParaRPr sz="2000" dirty="0">
              <a:solidFill>
                <a:schemeClr val="dk1"/>
              </a:solidFill>
              <a:latin typeface="Barlow Light"/>
              <a:ea typeface="Barlow Light"/>
              <a:cs typeface="Barlow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Barlow Light"/>
              <a:ea typeface="Barlow Light"/>
              <a:cs typeface="Barlow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Scan current suffix array right to left</a:t>
            </a:r>
            <a:endParaRPr sz="2000" dirty="0">
              <a:solidFill>
                <a:schemeClr val="dk1"/>
              </a:solidFill>
              <a:latin typeface="Barlow Light"/>
              <a:ea typeface="Barlow Light"/>
              <a:cs typeface="Barlow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Barlow Light"/>
              <a:ea typeface="Barlow Light"/>
              <a:cs typeface="Barlow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For each suffix index j:</a:t>
            </a:r>
            <a:endParaRPr sz="2000" dirty="0">
              <a:solidFill>
                <a:schemeClr val="dk1"/>
              </a:solidFill>
              <a:latin typeface="Barlow Light"/>
              <a:ea typeface="Barlow Light"/>
              <a:cs typeface="Barlow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	If j-1 is S-type:</a:t>
            </a:r>
            <a:endParaRPr sz="2000" dirty="0">
              <a:solidFill>
                <a:schemeClr val="dk1"/>
              </a:solidFill>
              <a:latin typeface="Barlow Light"/>
              <a:ea typeface="Barlow Light"/>
              <a:cs typeface="Barlow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		Insert at end of its bucket</a:t>
            </a: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103"/>
          <p:cNvSpPr txBox="1">
            <a:spLocks noGrp="1"/>
          </p:cNvSpPr>
          <p:nvPr>
            <p:ph type="subTitle" idx="1"/>
          </p:nvPr>
        </p:nvSpPr>
        <p:spPr>
          <a:xfrm>
            <a:off x="480425" y="290625"/>
            <a:ext cx="5973000" cy="33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Optimizations - Induced Sorting</a:t>
            </a:r>
            <a:endParaRPr sz="2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97" name="Google Shape;797;p103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45</a:t>
            </a:fld>
            <a:endParaRPr/>
          </a:p>
        </p:txBody>
      </p:sp>
      <p:graphicFrame>
        <p:nvGraphicFramePr>
          <p:cNvPr id="798" name="Google Shape;798;p103"/>
          <p:cNvGraphicFramePr/>
          <p:nvPr/>
        </p:nvGraphicFramePr>
        <p:xfrm>
          <a:off x="4840025" y="1158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{A459CCF9-68A0-4872-80AA-E3C8BB3DD3FC}</a:tableStyleId>
              </a:tblPr>
              <a:tblGrid>
                <a:gridCol w="739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9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9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9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0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$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b="1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1-3</a:t>
                      </a:r>
                      <a:endParaRPr sz="2000" b="1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5-6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99" name="Google Shape;799;p103"/>
          <p:cNvSpPr txBox="1"/>
          <p:nvPr/>
        </p:nvSpPr>
        <p:spPr>
          <a:xfrm>
            <a:off x="7904550" y="1647725"/>
            <a:ext cx="2378700" cy="52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Counts / bucket size</a:t>
            </a:r>
            <a:endParaRPr sz="9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800" name="Google Shape;800;p103"/>
          <p:cNvSpPr txBox="1"/>
          <p:nvPr/>
        </p:nvSpPr>
        <p:spPr>
          <a:xfrm>
            <a:off x="7904550" y="2229775"/>
            <a:ext cx="2378700" cy="52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Positions</a:t>
            </a:r>
            <a:endParaRPr sz="9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801" name="Google Shape;801;p103"/>
          <p:cNvSpPr txBox="1"/>
          <p:nvPr/>
        </p:nvSpPr>
        <p:spPr>
          <a:xfrm>
            <a:off x="369300" y="954900"/>
            <a:ext cx="6585000" cy="8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LMS positions: [1, 3, 6]</a:t>
            </a:r>
            <a:endParaRPr sz="2000">
              <a:solidFill>
                <a:schemeClr val="accent4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aphicFrame>
        <p:nvGraphicFramePr>
          <p:cNvPr id="802" name="Google Shape;802;p103"/>
          <p:cNvGraphicFramePr/>
          <p:nvPr/>
        </p:nvGraphicFramePr>
        <p:xfrm>
          <a:off x="786975" y="2813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{A459CCF9-68A0-4872-80AA-E3C8BB3DD3FC}</a:tableStyleId>
              </a:tblPr>
              <a:tblGrid>
                <a:gridCol w="1034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4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4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4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4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341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341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106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 b="1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3200" b="1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 b="1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sz="3200" b="1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06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03" name="Google Shape;803;p103"/>
          <p:cNvGraphicFramePr/>
          <p:nvPr/>
        </p:nvGraphicFramePr>
        <p:xfrm>
          <a:off x="1221725" y="1647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{A459CCF9-68A0-4872-80AA-E3C8BB3DD3FC}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48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b="1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</a:t>
                      </a:r>
                      <a:endParaRPr sz="2000" b="1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$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8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b="1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2000" b="1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b="1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sz="2000" b="1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04" name="Google Shape;804;p103"/>
          <p:cNvSpPr txBox="1"/>
          <p:nvPr/>
        </p:nvSpPr>
        <p:spPr>
          <a:xfrm>
            <a:off x="2307400" y="4400300"/>
            <a:ext cx="2225400" cy="5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2 - 1 = 1</a:t>
            </a:r>
            <a:endParaRPr sz="1500" b="1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104"/>
          <p:cNvSpPr txBox="1">
            <a:spLocks noGrp="1"/>
          </p:cNvSpPr>
          <p:nvPr>
            <p:ph type="subTitle" idx="1"/>
          </p:nvPr>
        </p:nvSpPr>
        <p:spPr>
          <a:xfrm>
            <a:off x="480425" y="290625"/>
            <a:ext cx="5973000" cy="33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Optimizations - Induced Sorting</a:t>
            </a:r>
            <a:endParaRPr sz="2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10" name="Google Shape;810;p104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46</a:t>
            </a:fld>
            <a:endParaRPr/>
          </a:p>
        </p:txBody>
      </p:sp>
      <p:graphicFrame>
        <p:nvGraphicFramePr>
          <p:cNvPr id="811" name="Google Shape;811;p104"/>
          <p:cNvGraphicFramePr/>
          <p:nvPr/>
        </p:nvGraphicFramePr>
        <p:xfrm>
          <a:off x="4840025" y="1158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{A459CCF9-68A0-4872-80AA-E3C8BB3DD3FC}</a:tableStyleId>
              </a:tblPr>
              <a:tblGrid>
                <a:gridCol w="739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9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9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9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0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$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b="1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1-3</a:t>
                      </a:r>
                      <a:endParaRPr sz="2000" b="1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5-6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12" name="Google Shape;812;p104"/>
          <p:cNvSpPr txBox="1"/>
          <p:nvPr/>
        </p:nvSpPr>
        <p:spPr>
          <a:xfrm>
            <a:off x="7904550" y="1647725"/>
            <a:ext cx="2378700" cy="52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Counts / bucket size</a:t>
            </a:r>
            <a:endParaRPr sz="9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813" name="Google Shape;813;p104"/>
          <p:cNvSpPr txBox="1"/>
          <p:nvPr/>
        </p:nvSpPr>
        <p:spPr>
          <a:xfrm>
            <a:off x="7904550" y="2229775"/>
            <a:ext cx="2378700" cy="52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Positions</a:t>
            </a:r>
            <a:endParaRPr sz="9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814" name="Google Shape;814;p104"/>
          <p:cNvSpPr txBox="1"/>
          <p:nvPr/>
        </p:nvSpPr>
        <p:spPr>
          <a:xfrm>
            <a:off x="369300" y="954900"/>
            <a:ext cx="6585000" cy="8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LMS positions: [1, 3, 6]</a:t>
            </a:r>
            <a:endParaRPr sz="2000">
              <a:solidFill>
                <a:schemeClr val="accent4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aphicFrame>
        <p:nvGraphicFramePr>
          <p:cNvPr id="815" name="Google Shape;815;p104"/>
          <p:cNvGraphicFramePr/>
          <p:nvPr/>
        </p:nvGraphicFramePr>
        <p:xfrm>
          <a:off x="786975" y="2813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{A459CCF9-68A0-4872-80AA-E3C8BB3DD3FC}</a:tableStyleId>
              </a:tblPr>
              <a:tblGrid>
                <a:gridCol w="1034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4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4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4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4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341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341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106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 b="1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sz="3200" b="1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 b="1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sz="3200" b="1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06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16" name="Google Shape;816;p104"/>
          <p:cNvGraphicFramePr/>
          <p:nvPr/>
        </p:nvGraphicFramePr>
        <p:xfrm>
          <a:off x="1221725" y="1647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{A459CCF9-68A0-4872-80AA-E3C8BB3DD3FC}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48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b="1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</a:t>
                      </a:r>
                      <a:endParaRPr sz="2000" b="1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$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8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b="1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sz="2000" b="1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b="1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sz="2000" b="1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17" name="Google Shape;817;p104"/>
          <p:cNvSpPr txBox="1"/>
          <p:nvPr/>
        </p:nvSpPr>
        <p:spPr>
          <a:xfrm>
            <a:off x="2307400" y="4400300"/>
            <a:ext cx="2225400" cy="5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4 - 1 = 3</a:t>
            </a:r>
            <a:endParaRPr sz="1500" b="1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105"/>
          <p:cNvSpPr txBox="1">
            <a:spLocks noGrp="1"/>
          </p:cNvSpPr>
          <p:nvPr>
            <p:ph type="subTitle" idx="1"/>
          </p:nvPr>
        </p:nvSpPr>
        <p:spPr>
          <a:xfrm>
            <a:off x="480425" y="290625"/>
            <a:ext cx="5973000" cy="33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Optimizations - Induced Sorting</a:t>
            </a:r>
            <a:endParaRPr sz="2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23" name="Google Shape;823;p105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47</a:t>
            </a:fld>
            <a:endParaRPr/>
          </a:p>
        </p:txBody>
      </p:sp>
      <p:graphicFrame>
        <p:nvGraphicFramePr>
          <p:cNvPr id="824" name="Google Shape;824;p105"/>
          <p:cNvGraphicFramePr/>
          <p:nvPr/>
        </p:nvGraphicFramePr>
        <p:xfrm>
          <a:off x="891175" y="3635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{A459CCF9-68A0-4872-80AA-E3C8BB3DD3FC}</a:tableStyleId>
              </a:tblPr>
              <a:tblGrid>
                <a:gridCol w="1034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4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4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4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4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341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341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106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06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25" name="Google Shape;825;p105"/>
          <p:cNvSpPr txBox="1"/>
          <p:nvPr/>
        </p:nvSpPr>
        <p:spPr>
          <a:xfrm>
            <a:off x="670575" y="1071450"/>
            <a:ext cx="6817200" cy="16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Step 7:</a:t>
            </a:r>
            <a:endParaRPr sz="2000" b="1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1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Convert to BWT string</a:t>
            </a: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826" name="Google Shape;826;p105"/>
          <p:cNvSpPr txBox="1"/>
          <p:nvPr/>
        </p:nvSpPr>
        <p:spPr>
          <a:xfrm>
            <a:off x="4655375" y="856875"/>
            <a:ext cx="3702900" cy="22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0: banana$		6: $			$banan</a:t>
            </a:r>
            <a:r>
              <a:rPr lang="en" sz="15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a</a:t>
            </a:r>
            <a:endParaRPr sz="1500" b="1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1: anana$		5: a$			a$bana</a:t>
            </a:r>
            <a:r>
              <a:rPr lang="en" sz="15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n</a:t>
            </a:r>
            <a:endParaRPr sz="1500" b="1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2: nana$		3: ana$		ana$ba</a:t>
            </a:r>
            <a:r>
              <a:rPr lang="en" sz="15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n</a:t>
            </a:r>
            <a:endParaRPr sz="1500" b="1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3: ana$		1: anana$		anana$</a:t>
            </a:r>
            <a:r>
              <a:rPr lang="en" sz="15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b</a:t>
            </a:r>
            <a:endParaRPr sz="1500" b="1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4: na$		0: banana$		banana</a:t>
            </a:r>
            <a:r>
              <a:rPr lang="en" sz="15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$</a:t>
            </a:r>
            <a:endParaRPr sz="1500" b="1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5: a$			4: na$		na$ban</a:t>
            </a:r>
            <a:r>
              <a:rPr lang="en" sz="15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a</a:t>
            </a:r>
            <a:endParaRPr sz="1500" b="1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6: $			2: nana$		nana$b</a:t>
            </a:r>
            <a:r>
              <a:rPr lang="en" sz="15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a</a:t>
            </a:r>
            <a:endParaRPr sz="1500" b="1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Take char at index before</a:t>
            </a:r>
            <a:endParaRPr sz="1500" b="1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p106"/>
          <p:cNvSpPr txBox="1">
            <a:spLocks noGrp="1"/>
          </p:cNvSpPr>
          <p:nvPr>
            <p:ph type="subTitle" idx="1"/>
          </p:nvPr>
        </p:nvSpPr>
        <p:spPr>
          <a:xfrm>
            <a:off x="480425" y="290625"/>
            <a:ext cx="5973000" cy="33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Optimizations - Induced Sorting</a:t>
            </a:r>
            <a:endParaRPr sz="2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32" name="Google Shape;832;p106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48</a:t>
            </a:fld>
            <a:endParaRPr/>
          </a:p>
        </p:txBody>
      </p:sp>
      <p:sp>
        <p:nvSpPr>
          <p:cNvPr id="833" name="Google Shape;833;p106"/>
          <p:cNvSpPr txBox="1"/>
          <p:nvPr/>
        </p:nvSpPr>
        <p:spPr>
          <a:xfrm>
            <a:off x="431450" y="912050"/>
            <a:ext cx="7755000" cy="38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Why does this work?</a:t>
            </a: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rlow Light"/>
              <a:buChar char="●"/>
            </a:pPr>
            <a:r>
              <a:rPr lang="en"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Suffixes are sorted in same order as Shifts</a:t>
            </a: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rlow Light"/>
              <a:buChar char="●"/>
            </a:pPr>
            <a:r>
              <a:rPr lang="en"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L suffixes should be earlier in character’s bucket. S suffixes later</a:t>
            </a: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rlow Light"/>
              <a:buChar char="●"/>
            </a:pPr>
            <a:r>
              <a:rPr lang="en"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Use LMS as anchors</a:t>
            </a: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rlow Light"/>
              <a:buChar char="●"/>
            </a:pPr>
            <a:r>
              <a:rPr lang="en"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Fills in rest by induction</a:t>
            </a: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rlow Light"/>
              <a:buChar char="●"/>
            </a:pPr>
            <a:r>
              <a:rPr lang="en"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Part after first letter of suffix is the next suffix</a:t>
            </a: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Left to right L inducing sweep 	in order of tail</a:t>
            </a: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Right to left S inducing sweep	in reverse order of tail		fixes LMS ties</a:t>
            </a: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All sweeps were linear time</a:t>
            </a: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107"/>
          <p:cNvSpPr txBox="1">
            <a:spLocks noGrp="1"/>
          </p:cNvSpPr>
          <p:nvPr>
            <p:ph type="subTitle" idx="1"/>
          </p:nvPr>
        </p:nvSpPr>
        <p:spPr>
          <a:xfrm>
            <a:off x="480425" y="290625"/>
            <a:ext cx="5973000" cy="33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Optimizations - Induced Sorting</a:t>
            </a:r>
            <a:endParaRPr sz="2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39" name="Google Shape;839;p107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49</a:t>
            </a:fld>
            <a:endParaRPr/>
          </a:p>
        </p:txBody>
      </p:sp>
      <p:graphicFrame>
        <p:nvGraphicFramePr>
          <p:cNvPr id="840" name="Google Shape;840;p107"/>
          <p:cNvGraphicFramePr/>
          <p:nvPr/>
        </p:nvGraphicFramePr>
        <p:xfrm>
          <a:off x="4840025" y="1158475"/>
          <a:ext cx="2959500" cy="1592400"/>
        </p:xfrm>
        <a:graphic>
          <a:graphicData uri="http://schemas.openxmlformats.org/drawingml/2006/table">
            <a:tbl>
              <a:tblPr>
                <a:noFill/>
                <a:tableStyleId>{A459CCF9-68A0-4872-80AA-E3C8BB3DD3FC}</a:tableStyleId>
              </a:tblPr>
              <a:tblGrid>
                <a:gridCol w="739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9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9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9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0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$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b="1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1-3</a:t>
                      </a:r>
                      <a:endParaRPr sz="2000" b="1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5-6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41" name="Google Shape;841;p107"/>
          <p:cNvSpPr txBox="1"/>
          <p:nvPr/>
        </p:nvSpPr>
        <p:spPr>
          <a:xfrm>
            <a:off x="7904550" y="1647725"/>
            <a:ext cx="2378700" cy="52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Counts / bucket size</a:t>
            </a:r>
            <a:endParaRPr sz="9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842" name="Google Shape;842;p107"/>
          <p:cNvSpPr txBox="1"/>
          <p:nvPr/>
        </p:nvSpPr>
        <p:spPr>
          <a:xfrm>
            <a:off x="7904550" y="2229775"/>
            <a:ext cx="2378700" cy="52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Positions</a:t>
            </a:r>
            <a:endParaRPr sz="9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843" name="Google Shape;843;p107"/>
          <p:cNvSpPr txBox="1"/>
          <p:nvPr/>
        </p:nvSpPr>
        <p:spPr>
          <a:xfrm>
            <a:off x="369300" y="954900"/>
            <a:ext cx="6585000" cy="8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LMS positions: [1, 3, 6]</a:t>
            </a:r>
            <a:endParaRPr sz="2000">
              <a:solidFill>
                <a:schemeClr val="accent4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aphicFrame>
        <p:nvGraphicFramePr>
          <p:cNvPr id="844" name="Google Shape;844;p107"/>
          <p:cNvGraphicFramePr/>
          <p:nvPr/>
        </p:nvGraphicFramePr>
        <p:xfrm>
          <a:off x="786975" y="2813725"/>
          <a:ext cx="7239050" cy="1421250"/>
        </p:xfrm>
        <a:graphic>
          <a:graphicData uri="http://schemas.openxmlformats.org/drawingml/2006/table">
            <a:tbl>
              <a:tblPr>
                <a:noFill/>
                <a:tableStyleId>{A459CCF9-68A0-4872-80AA-E3C8BB3DD3FC}</a:tableStyleId>
              </a:tblPr>
              <a:tblGrid>
                <a:gridCol w="1034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4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4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4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4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341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341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106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 b="1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</a:t>
                      </a:r>
                      <a:endParaRPr sz="3200" b="1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 b="1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 sz="3200" b="1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06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45" name="Google Shape;845;p107"/>
          <p:cNvGraphicFramePr/>
          <p:nvPr/>
        </p:nvGraphicFramePr>
        <p:xfrm>
          <a:off x="1221725" y="1647725"/>
          <a:ext cx="2679950" cy="975300"/>
        </p:xfrm>
        <a:graphic>
          <a:graphicData uri="http://schemas.openxmlformats.org/drawingml/2006/table">
            <a:tbl>
              <a:tblPr>
                <a:noFill/>
                <a:tableStyleId>{A459CCF9-68A0-4872-80AA-E3C8BB3DD3FC}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48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b="1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</a:t>
                      </a:r>
                      <a:endParaRPr sz="2000" b="1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$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8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b="1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 sz="2000" b="1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b="1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</a:t>
                      </a:r>
                      <a:endParaRPr sz="2000" b="1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46" name="Google Shape;846;p107"/>
          <p:cNvSpPr txBox="1"/>
          <p:nvPr/>
        </p:nvSpPr>
        <p:spPr>
          <a:xfrm>
            <a:off x="2307400" y="4400300"/>
            <a:ext cx="2225400" cy="5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6 - 1 = 5</a:t>
            </a:r>
            <a:endParaRPr sz="1500" b="1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p108"/>
          <p:cNvSpPr txBox="1">
            <a:spLocks noGrp="1"/>
          </p:cNvSpPr>
          <p:nvPr>
            <p:ph type="title" idx="4"/>
          </p:nvPr>
        </p:nvSpPr>
        <p:spPr>
          <a:xfrm>
            <a:off x="723861" y="3954905"/>
            <a:ext cx="2670600" cy="31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2" name="Google Shape;852;p108"/>
          <p:cNvSpPr txBox="1">
            <a:spLocks noGrp="1"/>
          </p:cNvSpPr>
          <p:nvPr>
            <p:ph type="subTitle" idx="1"/>
          </p:nvPr>
        </p:nvSpPr>
        <p:spPr>
          <a:xfrm>
            <a:off x="2987795" y="2313701"/>
            <a:ext cx="3592200" cy="33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QUESTIONS?</a:t>
            </a:r>
            <a:endParaRPr sz="3000"/>
          </a:p>
        </p:txBody>
      </p:sp>
      <p:pic>
        <p:nvPicPr>
          <p:cNvPr id="853" name="Google Shape;853;p10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3338241" flipH="1">
            <a:off x="5966600" y="2730928"/>
            <a:ext cx="2302198" cy="1158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54" name="Google Shape;854;p10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3338241">
            <a:off x="650550" y="2809753"/>
            <a:ext cx="2302198" cy="1158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109"/>
          <p:cNvSpPr txBox="1">
            <a:spLocks noGrp="1"/>
          </p:cNvSpPr>
          <p:nvPr>
            <p:ph type="subTitle" idx="1"/>
          </p:nvPr>
        </p:nvSpPr>
        <p:spPr>
          <a:xfrm>
            <a:off x="480425" y="290625"/>
            <a:ext cx="5973000" cy="33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Optimizations - Induced Sorting</a:t>
            </a:r>
            <a:endParaRPr sz="2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60" name="Google Shape;860;p109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51</a:t>
            </a:fld>
            <a:endParaRPr/>
          </a:p>
        </p:txBody>
      </p:sp>
      <p:sp>
        <p:nvSpPr>
          <p:cNvPr id="861" name="Google Shape;861;p109"/>
          <p:cNvSpPr txBox="1"/>
          <p:nvPr/>
        </p:nvSpPr>
        <p:spPr>
          <a:xfrm>
            <a:off x="3564175" y="1384100"/>
            <a:ext cx="6817200" cy="16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Step 1:</a:t>
            </a:r>
            <a:endParaRPr sz="2000" b="1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Classify each position i into L or S</a:t>
            </a: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Scan right to left</a:t>
            </a: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S: string[i] &lt; string[i+1]</a:t>
            </a: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L: string[i] &gt; string[i+1]</a:t>
            </a: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If string[i] = string[i+1] 	set to same type</a:t>
            </a: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862" name="Google Shape;862;p109"/>
          <p:cNvSpPr txBox="1"/>
          <p:nvPr/>
        </p:nvSpPr>
        <p:spPr>
          <a:xfrm>
            <a:off x="431450" y="1114350"/>
            <a:ext cx="2832300" cy="32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O(n)	- SA - IS </a:t>
            </a: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(Suffix Array - Induced Sorting)</a:t>
            </a: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Sort suffixes of string</a:t>
            </a: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Suffixes are the prefixes of shifts</a:t>
            </a: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Suffix array</a:t>
            </a: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banana$</a:t>
            </a: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anana$</a:t>
            </a: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nana$</a:t>
            </a: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ana$</a:t>
            </a: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na$</a:t>
            </a: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a$</a:t>
            </a: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$</a:t>
            </a: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110"/>
          <p:cNvSpPr txBox="1">
            <a:spLocks noGrp="1"/>
          </p:cNvSpPr>
          <p:nvPr>
            <p:ph type="subTitle" idx="1"/>
          </p:nvPr>
        </p:nvSpPr>
        <p:spPr>
          <a:xfrm>
            <a:off x="480425" y="290625"/>
            <a:ext cx="5973000" cy="33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Optimizations - Induced Sorting</a:t>
            </a:r>
            <a:endParaRPr sz="2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68" name="Google Shape;868;p110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52</a:t>
            </a:fld>
            <a:endParaRPr/>
          </a:p>
        </p:txBody>
      </p:sp>
      <p:sp>
        <p:nvSpPr>
          <p:cNvPr id="869" name="Google Shape;869;p110"/>
          <p:cNvSpPr txBox="1"/>
          <p:nvPr/>
        </p:nvSpPr>
        <p:spPr>
          <a:xfrm>
            <a:off x="664450" y="1157275"/>
            <a:ext cx="6817200" cy="16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Step 2:</a:t>
            </a:r>
            <a:endParaRPr sz="2000" b="1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Find LMS positions		Leftmost S-types</a:t>
            </a: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Index i is LMS if:</a:t>
            </a: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●"/>
            </a:pPr>
            <a:r>
              <a:rPr lang="en"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I is S-type</a:t>
            </a: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●"/>
            </a:pPr>
            <a:r>
              <a:rPr lang="en"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I-1 is L type</a:t>
            </a: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111"/>
          <p:cNvSpPr txBox="1">
            <a:spLocks noGrp="1"/>
          </p:cNvSpPr>
          <p:nvPr>
            <p:ph type="subTitle" idx="1"/>
          </p:nvPr>
        </p:nvSpPr>
        <p:spPr>
          <a:xfrm>
            <a:off x="480425" y="290625"/>
            <a:ext cx="5973000" cy="33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Optimizations - Induced Sorting</a:t>
            </a:r>
            <a:endParaRPr sz="2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75" name="Google Shape;875;p111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53</a:t>
            </a:fld>
            <a:endParaRPr/>
          </a:p>
        </p:txBody>
      </p:sp>
      <p:sp>
        <p:nvSpPr>
          <p:cNvPr id="876" name="Google Shape;876;p111"/>
          <p:cNvSpPr txBox="1"/>
          <p:nvPr/>
        </p:nvSpPr>
        <p:spPr>
          <a:xfrm>
            <a:off x="670575" y="1071450"/>
            <a:ext cx="6817200" cy="16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Step 3:</a:t>
            </a:r>
            <a:endParaRPr sz="2000" b="1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Count occurrences of characters</a:t>
            </a: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Prefix sum to get start and end positions for each character bucket</a:t>
            </a: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L suffixes placed at front of bucket</a:t>
            </a: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S suffixes placed at end of bucket</a:t>
            </a: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p112"/>
          <p:cNvSpPr txBox="1">
            <a:spLocks noGrp="1"/>
          </p:cNvSpPr>
          <p:nvPr>
            <p:ph type="subTitle" idx="1"/>
          </p:nvPr>
        </p:nvSpPr>
        <p:spPr>
          <a:xfrm>
            <a:off x="480425" y="290625"/>
            <a:ext cx="5973000" cy="33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Optimizations - Induced Sorting</a:t>
            </a:r>
            <a:endParaRPr sz="2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82" name="Google Shape;882;p112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54</a:t>
            </a:fld>
            <a:endParaRPr/>
          </a:p>
        </p:txBody>
      </p:sp>
      <p:sp>
        <p:nvSpPr>
          <p:cNvPr id="883" name="Google Shape;883;p112"/>
          <p:cNvSpPr txBox="1"/>
          <p:nvPr/>
        </p:nvSpPr>
        <p:spPr>
          <a:xfrm>
            <a:off x="670575" y="1071450"/>
            <a:ext cx="6817200" cy="16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Step 4:</a:t>
            </a:r>
            <a:endParaRPr sz="2000" b="1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1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Place LMS indices into ends of buckets</a:t>
            </a: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Scan right to left</a:t>
            </a: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Starts constructing suffix array</a:t>
            </a: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113"/>
          <p:cNvSpPr txBox="1">
            <a:spLocks noGrp="1"/>
          </p:cNvSpPr>
          <p:nvPr>
            <p:ph type="subTitle" idx="1"/>
          </p:nvPr>
        </p:nvSpPr>
        <p:spPr>
          <a:xfrm>
            <a:off x="480425" y="290625"/>
            <a:ext cx="5973000" cy="33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Optimizations - Induced Sorting</a:t>
            </a:r>
            <a:endParaRPr sz="2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89" name="Google Shape;889;p113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55</a:t>
            </a:fld>
            <a:endParaRPr/>
          </a:p>
        </p:txBody>
      </p:sp>
      <p:sp>
        <p:nvSpPr>
          <p:cNvPr id="890" name="Google Shape;890;p113"/>
          <p:cNvSpPr txBox="1"/>
          <p:nvPr/>
        </p:nvSpPr>
        <p:spPr>
          <a:xfrm>
            <a:off x="670575" y="1071450"/>
            <a:ext cx="6817200" cy="16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Step 5:</a:t>
            </a:r>
            <a:endParaRPr sz="2000" b="1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1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Induce L suffixes</a:t>
            </a: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Scan current suffix array left to right</a:t>
            </a: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For each suffix index j:</a:t>
            </a: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	If j-1 is L-type:</a:t>
            </a: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		Insert at front of its bucket</a:t>
            </a: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114"/>
          <p:cNvSpPr txBox="1">
            <a:spLocks noGrp="1"/>
          </p:cNvSpPr>
          <p:nvPr>
            <p:ph type="subTitle" idx="1"/>
          </p:nvPr>
        </p:nvSpPr>
        <p:spPr>
          <a:xfrm>
            <a:off x="480425" y="290625"/>
            <a:ext cx="5973000" cy="33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Optimizations - Induced Sorting</a:t>
            </a:r>
            <a:endParaRPr sz="2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96" name="Google Shape;896;p114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56</a:t>
            </a:fld>
            <a:endParaRPr/>
          </a:p>
        </p:txBody>
      </p:sp>
      <p:sp>
        <p:nvSpPr>
          <p:cNvPr id="897" name="Google Shape;897;p114"/>
          <p:cNvSpPr txBox="1"/>
          <p:nvPr/>
        </p:nvSpPr>
        <p:spPr>
          <a:xfrm>
            <a:off x="670575" y="1071450"/>
            <a:ext cx="6817200" cy="16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Step 6:</a:t>
            </a:r>
            <a:endParaRPr sz="2000" b="1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1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Induce S suffixes</a:t>
            </a: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Scan current suffix array right to left</a:t>
            </a: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For each suffix index j:</a:t>
            </a: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	If j-1 is S-type:</a:t>
            </a: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		Insert at end of its bucket</a:t>
            </a: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p115"/>
          <p:cNvSpPr txBox="1">
            <a:spLocks noGrp="1"/>
          </p:cNvSpPr>
          <p:nvPr>
            <p:ph type="subTitle" idx="1"/>
          </p:nvPr>
        </p:nvSpPr>
        <p:spPr>
          <a:xfrm>
            <a:off x="480425" y="290625"/>
            <a:ext cx="5973000" cy="33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Optimizations - Induced Sorting</a:t>
            </a:r>
            <a:endParaRPr sz="2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03" name="Google Shape;903;p115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57</a:t>
            </a:fld>
            <a:endParaRPr/>
          </a:p>
        </p:txBody>
      </p:sp>
      <p:graphicFrame>
        <p:nvGraphicFramePr>
          <p:cNvPr id="904" name="Google Shape;904;p115"/>
          <p:cNvGraphicFramePr/>
          <p:nvPr/>
        </p:nvGraphicFramePr>
        <p:xfrm>
          <a:off x="891175" y="3635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{A459CCF9-68A0-4872-80AA-E3C8BB3DD3FC}</a:tableStyleId>
              </a:tblPr>
              <a:tblGrid>
                <a:gridCol w="1034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4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4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4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4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341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341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106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06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05" name="Google Shape;905;p115"/>
          <p:cNvSpPr txBox="1"/>
          <p:nvPr/>
        </p:nvSpPr>
        <p:spPr>
          <a:xfrm>
            <a:off x="670575" y="1071450"/>
            <a:ext cx="6817200" cy="16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Step 7:</a:t>
            </a:r>
            <a:endParaRPr sz="2000" b="1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1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Convert to BWT string</a:t>
            </a: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906" name="Google Shape;906;p115"/>
          <p:cNvSpPr txBox="1"/>
          <p:nvPr/>
        </p:nvSpPr>
        <p:spPr>
          <a:xfrm>
            <a:off x="4655375" y="856875"/>
            <a:ext cx="3702900" cy="22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0: banana$		6: $			$banan</a:t>
            </a:r>
            <a:r>
              <a:rPr lang="en" sz="15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a</a:t>
            </a:r>
            <a:endParaRPr sz="1500" b="1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1: anana$		5: a$			a$bana</a:t>
            </a:r>
            <a:r>
              <a:rPr lang="en" sz="15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n</a:t>
            </a:r>
            <a:endParaRPr sz="1500" b="1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2: nana$		3: ana$		ana$ba</a:t>
            </a:r>
            <a:r>
              <a:rPr lang="en" sz="15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n</a:t>
            </a:r>
            <a:endParaRPr sz="1500" b="1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3: ana$		1: anana$		anana$</a:t>
            </a:r>
            <a:r>
              <a:rPr lang="en" sz="15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b</a:t>
            </a:r>
            <a:endParaRPr sz="1500" b="1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4: na$		0: banana$		banana</a:t>
            </a:r>
            <a:r>
              <a:rPr lang="en" sz="15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$</a:t>
            </a:r>
            <a:endParaRPr sz="1500" b="1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5: a$			4: na$		na$ban</a:t>
            </a:r>
            <a:r>
              <a:rPr lang="en" sz="15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a</a:t>
            </a:r>
            <a:endParaRPr sz="1500" b="1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6: $			2: nana$		nana$b</a:t>
            </a:r>
            <a:r>
              <a:rPr lang="en" sz="15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a</a:t>
            </a:r>
            <a:endParaRPr sz="1500" b="1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Take char at index before</a:t>
            </a:r>
            <a:endParaRPr sz="1500" b="1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trategy Plan">
  <a:themeElements>
    <a:clrScheme name="Simple Light">
      <a:dk1>
        <a:srgbClr val="FFFFFF"/>
      </a:dk1>
      <a:lt1>
        <a:srgbClr val="000000"/>
      </a:lt1>
      <a:dk2>
        <a:srgbClr val="999999"/>
      </a:dk2>
      <a:lt2>
        <a:srgbClr val="FFECD1"/>
      </a:lt2>
      <a:accent1>
        <a:srgbClr val="AC6600"/>
      </a:accent1>
      <a:accent2>
        <a:srgbClr val="5E7F00"/>
      </a:accent2>
      <a:accent3>
        <a:srgbClr val="2322EF"/>
      </a:accent3>
      <a:accent4>
        <a:srgbClr val="DDDDFF"/>
      </a:accent4>
      <a:accent5>
        <a:srgbClr val="EFEFEF"/>
      </a:accent5>
      <a:accent6>
        <a:srgbClr val="F7FEEB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57</Slides>
  <Notes>57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57</vt:i4>
      </vt:variant>
    </vt:vector>
  </HeadingPairs>
  <TitlesOfParts>
    <vt:vector size="59" baseType="lpstr">
      <vt:lpstr>Simple Light</vt:lpstr>
      <vt:lpstr>Strategy Plan</vt:lpstr>
      <vt:lpstr>Burrows-Wheeler Transform</vt:lpstr>
      <vt:lpstr>PowerPoint Presentation</vt:lpstr>
      <vt:lpstr>banana$</vt:lpstr>
      <vt:lpstr>banana$ anana$b nana$ba ana$ban na$bana a$banan $banana</vt:lpstr>
      <vt:lpstr>$banana a$banan ana$ban anana$b banana$ na$bana nana$ba</vt:lpstr>
      <vt:lpstr>annb$aa</vt:lpstr>
      <vt:lpstr>$banana a$banan ana$ban anana$b banana$ na$bana nana$ba</vt:lpstr>
      <vt:lpstr>PowerPoint Presentation</vt:lpstr>
      <vt:lpstr>PowerPoint Presentation</vt:lpstr>
      <vt:lpstr>$banana a$banan ana$ban anana$b banana$ na$bana nana$ba</vt:lpstr>
      <vt:lpstr>$banan$ a$banaa ana$baa anana$a bananab na$bann nana$bn</vt:lpstr>
      <vt:lpstr>$banaa$ a$banna ana$bna ananaba banan$b na$baan nana$an</vt:lpstr>
      <vt:lpstr>banan$b $banaa$ nana$an na$baan ananaba a$banna ana$bna </vt:lpstr>
      <vt:lpstr>banaa$b $banna$ nananan na$bban anan$ba a$baana ana$ana </vt:lpstr>
      <vt:lpstr>anan$ba banaa$b a$baana ana$ana na$bban $banna$ nananan </vt:lpstr>
      <vt:lpstr>anaa$ba anana$b abanana an$bana na$$ban $baana$ nananan </vt:lpstr>
      <vt:lpstr>na$$ban anaa$ba $baana$ nananan an$bana anana$b abanana </vt:lpstr>
      <vt:lpstr>naa$ban anna$ba $bnana$ nabanan an$bana anana$b abanana </vt:lpstr>
      <vt:lpstr>an$bana naa$ban anana$b abanana nabanan anna$ba $bnana$ </vt:lpstr>
      <vt:lpstr>aa$bana nna$ban anana$b abanana n$banan aana$ba $anana$ </vt:lpstr>
      <vt:lpstr>n$banan aa$bana aana$ba $anana$ abanana nna$ban anana$b </vt:lpstr>
      <vt:lpstr>a$banan na$bana nana$ba banana$ $banana ana$ban anana$b </vt:lpstr>
      <vt:lpstr>$banana a$banan ana$ban anana$b na$bana nana$ba banana$ </vt:lpstr>
      <vt:lpstr>$banana a$banan ana$ban anana$b na$bana nana$ba banana$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banana$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17</cp:revision>
  <dcterms:modified xsi:type="dcterms:W3CDTF">2026-04-23T09:14:52Z</dcterms:modified>
</cp:coreProperties>
</file>