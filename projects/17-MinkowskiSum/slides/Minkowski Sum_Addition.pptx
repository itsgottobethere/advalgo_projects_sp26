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Maven Pro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aven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9da375d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9da375d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9da375d8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9da375d8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9da375d8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9da375d8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a43e02192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9a43e0219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a43e02192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a43e02192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9da375d8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9da375d8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a43e02192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a43e02192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of the most common applications of Minkowski sum is finding the minimum distance between two convex polygons.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 that a Minkowski sum is the set of all points that can be obtained by adding a point in A to a point in 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minimum distance between polygons is always between a vertex and an edge or a vertex and another vertex, so naively the solution would be the size of A times the size of 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define the minimum distance as the minimum distance or magnitude between any pair of points.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Already, it looks like we can use Minkowski sum! If we add negative B to A, then we get the set of all </a:t>
            </a:r>
            <a:r>
              <a:rPr lang="en"/>
              <a:t>little a - little b.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invert B by flipping B around the origin.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our new polygon, representing A - B.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Then, we want to find the minimum, which is simply the distance to the origin of this new sum. Now, we’re only checking a linear amount of vertices and edges!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polygons intersect, then our minimum distance will just be 0. This happens when the origin is inside A-B.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a43e02192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9a43e0219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common application of Minkowski Sum is collision detection, common in robotics and motion planning.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a certain orientation of a robot, we can quickly reduce collision detection to point-polygon. If we invert the robot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9da375d8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9da375d8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Minkowski Sum of Convex Polygons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Isaac Assink, Brendan Malaugh, Eric Zeng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Minkowski Addition?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804971" y="1736092"/>
            <a:ext cx="3829200" cy="3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Adding sets A and B gives the set of all possible sums of some element of A and some element of B.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and B are usually subsets of the euclidean plane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parallelgram spanned by vectors u and v is their Minkowski sum!</a:t>
            </a:r>
            <a:endParaRPr sz="1800"/>
          </a:p>
        </p:txBody>
      </p:sp>
      <p:pic>
        <p:nvPicPr>
          <p:cNvPr id="285" name="Google Shape;285;p14" title="cTzCZ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925" y="1078075"/>
            <a:ext cx="4168499" cy="1894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4"/>
          <p:cNvPicPr preferRelativeResize="0"/>
          <p:nvPr/>
        </p:nvPicPr>
        <p:blipFill rotWithShape="1">
          <a:blip r:embed="rId4">
            <a:alphaModFix/>
          </a:blip>
          <a:srcRect b="21778" l="5651" r="6329" t="16528"/>
          <a:stretch/>
        </p:blipFill>
        <p:spPr>
          <a:xfrm>
            <a:off x="1372757" y="1204178"/>
            <a:ext cx="3829200" cy="517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9076" y="2875619"/>
            <a:ext cx="2595225" cy="2127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“Naive” Algorithm</a:t>
            </a:r>
            <a:endParaRPr/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1764284" y="1238665"/>
            <a:ext cx="5931600" cy="14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Take the Minkowski sum of the set of vertices, then compute their convex hull.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Takes O( |A|*|B| * log(|A|*|B|) )</a:t>
            </a:r>
            <a:endParaRPr sz="1800"/>
          </a:p>
        </p:txBody>
      </p:sp>
      <p:pic>
        <p:nvPicPr>
          <p:cNvPr id="294" name="Google Shape;2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075" y="2281800"/>
            <a:ext cx="6508476" cy="28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Minkowski Sum of Convex Polygons</a:t>
            </a:r>
            <a:endParaRPr/>
          </a:p>
        </p:txBody>
      </p:sp>
      <p:sp>
        <p:nvSpPr>
          <p:cNvPr id="300" name="Google Shape;300;p16"/>
          <p:cNvSpPr txBox="1"/>
          <p:nvPr>
            <p:ph idx="1" type="body"/>
          </p:nvPr>
        </p:nvSpPr>
        <p:spPr>
          <a:xfrm>
            <a:off x="1904650" y="1365575"/>
            <a:ext cx="6084300" cy="14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Always produces a convex polygon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shape is determined completely be the set of edges of the two summed polygons</a:t>
            </a:r>
            <a:endParaRPr sz="1800"/>
          </a:p>
        </p:txBody>
      </p:sp>
      <p:pic>
        <p:nvPicPr>
          <p:cNvPr id="301" name="Google Shape;3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575" y="2817775"/>
            <a:ext cx="1651384" cy="161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950" y="2734525"/>
            <a:ext cx="1616975" cy="1785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16"/>
          <p:cNvCxnSpPr/>
          <p:nvPr/>
        </p:nvCxnSpPr>
        <p:spPr>
          <a:xfrm>
            <a:off x="4286188" y="3666150"/>
            <a:ext cx="13212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04" name="Google Shape;3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8375" y="2571750"/>
            <a:ext cx="2617503" cy="21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pic>
        <p:nvPicPr>
          <p:cNvPr id="310" name="Google Shape;3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9722" y="264047"/>
            <a:ext cx="1494250" cy="14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6425" y="124086"/>
            <a:ext cx="1453425" cy="1604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2014" y="1796398"/>
            <a:ext cx="1911175" cy="1243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9667" y="3039650"/>
            <a:ext cx="2505933" cy="21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 txBox="1"/>
          <p:nvPr>
            <p:ph idx="1" type="body"/>
          </p:nvPr>
        </p:nvSpPr>
        <p:spPr>
          <a:xfrm>
            <a:off x="303217" y="1679497"/>
            <a:ext cx="5941500" cy="3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Represent each polygon as a chain of counter-clockwise oriented directed edges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Disassemble and sort the collection of directed edges by polar angle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Compute the bottom-most point of the resultant polygon by summing the bottom most points of A and B (ties broken by taking leftmost)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Recombine the vectors in order by stacking them tip-to-tail, rooted at the bottom-most point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pic>
        <p:nvPicPr>
          <p:cNvPr id="320" name="Google Shape;320;p18" title="minkowskiHea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00" y="2155950"/>
            <a:ext cx="27813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 title="reorderPolyg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8650" y="1689225"/>
            <a:ext cx="529590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8"/>
          <p:cNvSpPr txBox="1"/>
          <p:nvPr/>
        </p:nvSpPr>
        <p:spPr>
          <a:xfrm>
            <a:off x="1584150" y="3622900"/>
            <a:ext cx="5975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Reorder both polygons to put point with lowest y coordinate first. If two points have the same y coordinate, choose the one with lower x coordinate.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pic>
        <p:nvPicPr>
          <p:cNvPr id="328" name="Google Shape;328;p19" title="mainloo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852" y="1400725"/>
            <a:ext cx="4495901" cy="362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4867" y="2163538"/>
            <a:ext cx="2505933" cy="21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Minimum Distance Between Polygons</a:t>
            </a:r>
            <a:endParaRPr/>
          </a:p>
        </p:txBody>
      </p:sp>
      <p:sp>
        <p:nvSpPr>
          <p:cNvPr id="335" name="Google Shape;335;p20"/>
          <p:cNvSpPr txBox="1"/>
          <p:nvPr>
            <p:ph idx="1" type="body"/>
          </p:nvPr>
        </p:nvSpPr>
        <p:spPr>
          <a:xfrm>
            <a:off x="994550" y="1412600"/>
            <a:ext cx="36762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Recall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is </a:t>
            </a:r>
            <a:r>
              <a:rPr lang="en" sz="1800"/>
              <a:t>minimum</a:t>
            </a:r>
            <a:r>
              <a:rPr lang="en" sz="1800"/>
              <a:t> distance?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Problem becomes, what is the closest point in A+(-B) to the origin?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Reduced to linear time!</a:t>
            </a:r>
            <a:endParaRPr sz="1800"/>
          </a:p>
        </p:txBody>
      </p:sp>
      <p:pic>
        <p:nvPicPr>
          <p:cNvPr id="336" name="Google Shape;336;p20"/>
          <p:cNvPicPr preferRelativeResize="0"/>
          <p:nvPr/>
        </p:nvPicPr>
        <p:blipFill rotWithShape="1">
          <a:blip r:embed="rId3">
            <a:alphaModFix/>
          </a:blip>
          <a:srcRect b="3754" l="0" r="0" t="0"/>
          <a:stretch/>
        </p:blipFill>
        <p:spPr>
          <a:xfrm>
            <a:off x="4861075" y="1461675"/>
            <a:ext cx="3888101" cy="31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0"/>
          <p:cNvPicPr preferRelativeResize="0"/>
          <p:nvPr/>
        </p:nvPicPr>
        <p:blipFill rotWithShape="1">
          <a:blip r:embed="rId4">
            <a:alphaModFix/>
          </a:blip>
          <a:srcRect b="21778" l="5651" r="6329" t="16528"/>
          <a:stretch/>
        </p:blipFill>
        <p:spPr>
          <a:xfrm>
            <a:off x="2311037" y="1518079"/>
            <a:ext cx="2260975" cy="3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8425" y="2185175"/>
            <a:ext cx="2731500" cy="4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1029" y="1461675"/>
            <a:ext cx="3939666" cy="31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 Detection</a:t>
            </a:r>
            <a:endParaRPr/>
          </a:p>
        </p:txBody>
      </p:sp>
      <p:sp>
        <p:nvSpPr>
          <p:cNvPr id="345" name="Google Shape;345;p21"/>
          <p:cNvSpPr txBox="1"/>
          <p:nvPr>
            <p:ph idx="1" type="body"/>
          </p:nvPr>
        </p:nvSpPr>
        <p:spPr>
          <a:xfrm>
            <a:off x="833800" y="1476500"/>
            <a:ext cx="3894000" cy="30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Given a certain orientation of a robot, we can quickly reduce collision detection to point-polygon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If you calculate a Minkowski difference, you get a new polygon accounting for the origin of the robot</a:t>
            </a:r>
            <a:endParaRPr sz="1800"/>
          </a:p>
        </p:txBody>
      </p:sp>
      <p:pic>
        <p:nvPicPr>
          <p:cNvPr id="346" name="Google Shape;3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2850" y="1290875"/>
            <a:ext cx="3205599" cy="32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6900" y="1223363"/>
            <a:ext cx="3301550" cy="33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Questions?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